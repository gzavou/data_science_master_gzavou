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3" r:id="rId4"/>
    <p:sldId id="266" r:id="rId5"/>
    <p:sldId id="265" r:id="rId6"/>
    <p:sldId id="264" r:id="rId7"/>
    <p:sldId id="267" r:id="rId8"/>
    <p:sldId id="268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F1E6B-3040-9A8C-93C3-06D3E5ED46BC}" v="800" dt="2025-04-03T15:53:39.129"/>
    <p1510:client id="{71A105CD-473B-CE75-2075-7F12E0C5D5E5}" v="67" dt="2025-04-02T23:45:53.409"/>
    <p1510:client id="{7F86E58C-E6BD-1F28-12F5-8880F5DD7EBD}" v="258" dt="2025-04-02T23:34:21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64D3CC-E9E4-4294-9ADB-0ABE4050F1A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EA24F0-9164-4EAE-8AC1-6DFF8F4C86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Price</a:t>
          </a:r>
          <a:endParaRPr lang="en-US"/>
        </a:p>
      </dgm:t>
    </dgm:pt>
    <dgm:pt modelId="{C5E8E121-C719-450F-BD8F-2A3EA2173D0E}" type="parTrans" cxnId="{128EAF17-0119-46E1-B1FD-DDF2EC4F5F01}">
      <dgm:prSet/>
      <dgm:spPr/>
      <dgm:t>
        <a:bodyPr/>
        <a:lstStyle/>
        <a:p>
          <a:endParaRPr lang="en-US"/>
        </a:p>
      </dgm:t>
    </dgm:pt>
    <dgm:pt modelId="{2C137911-C1E5-4F31-9BCD-B6A27B1E1E93}" type="sibTrans" cxnId="{128EAF17-0119-46E1-B1FD-DDF2EC4F5F0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D961E63-2878-4611-9AF2-0C2198D33F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Closed Ecosystem</a:t>
          </a:r>
          <a:endParaRPr lang="en-US"/>
        </a:p>
      </dgm:t>
    </dgm:pt>
    <dgm:pt modelId="{6BC72667-E82F-4D97-BDDE-B7D833F01AA1}" type="parTrans" cxnId="{C5BB801A-BDC7-49C7-8318-E88D61DB269B}">
      <dgm:prSet/>
      <dgm:spPr/>
      <dgm:t>
        <a:bodyPr/>
        <a:lstStyle/>
        <a:p>
          <a:endParaRPr lang="en-US"/>
        </a:p>
      </dgm:t>
    </dgm:pt>
    <dgm:pt modelId="{D8E28278-2880-45F1-9FC8-A0310833A6BE}" type="sibTrans" cxnId="{C5BB801A-BDC7-49C7-8318-E88D61DB26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057A8E-9972-4DF6-8D06-D49402D16C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Supply Chain</a:t>
          </a:r>
          <a:r>
            <a:rPr lang="en-US"/>
            <a:t>: Relies on manufacturing partners and suppliers from China.</a:t>
          </a:r>
        </a:p>
      </dgm:t>
    </dgm:pt>
    <dgm:pt modelId="{8692F902-6F6E-4D82-86FE-A1D93C5543F2}" type="parTrans" cxnId="{7667DA0B-3EA9-48F4-BA94-447916476FC3}">
      <dgm:prSet/>
      <dgm:spPr/>
      <dgm:t>
        <a:bodyPr/>
        <a:lstStyle/>
        <a:p>
          <a:endParaRPr lang="en-US"/>
        </a:p>
      </dgm:t>
    </dgm:pt>
    <dgm:pt modelId="{819F3A6E-E964-431C-BEC9-D29E501C9709}" type="sibTrans" cxnId="{7667DA0B-3EA9-48F4-BA94-447916476F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012FFD-6B12-492B-9291-1625B06CBC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Allegations of Tracking: </a:t>
          </a:r>
          <a:r>
            <a:rPr lang="en-US"/>
            <a:t>Apple has faced criticism over data collection and app tracking transparency.</a:t>
          </a:r>
        </a:p>
      </dgm:t>
    </dgm:pt>
    <dgm:pt modelId="{62A46AAB-C4BB-4F0B-B7FF-AF2D4BD707F8}" type="parTrans" cxnId="{8770D280-528C-4088-9179-C9F53E7FFDE9}">
      <dgm:prSet/>
      <dgm:spPr/>
      <dgm:t>
        <a:bodyPr/>
        <a:lstStyle/>
        <a:p>
          <a:endParaRPr lang="en-US"/>
        </a:p>
      </dgm:t>
    </dgm:pt>
    <dgm:pt modelId="{73D092D1-D12D-448A-9297-257F886CFBD6}" type="sibTrans" cxnId="{8770D280-528C-4088-9179-C9F53E7FFD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987B43-6781-4BF5-8758-D6196155FA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Limited Advertisements and Promotions:</a:t>
          </a:r>
          <a:r>
            <a:rPr lang="en-US"/>
            <a:t> Lower use of aggressive marketing or discounting strategies compared to competitors</a:t>
          </a:r>
        </a:p>
      </dgm:t>
    </dgm:pt>
    <dgm:pt modelId="{50CC9A01-6848-44E9-8F0F-2EC33A5F7EB7}" type="parTrans" cxnId="{FFA3E50F-2F36-4A43-8594-84DD10F5F128}">
      <dgm:prSet/>
      <dgm:spPr/>
      <dgm:t>
        <a:bodyPr/>
        <a:lstStyle/>
        <a:p>
          <a:endParaRPr lang="en-US"/>
        </a:p>
      </dgm:t>
    </dgm:pt>
    <dgm:pt modelId="{EE3C25DB-DDD8-4B28-99A3-F543B96F7D64}" type="sibTrans" cxnId="{FFA3E50F-2F36-4A43-8594-84DD10F5F12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0CB383-31C8-45B7-9BB4-FAAE986F44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Dependence on iPhone Sales</a:t>
          </a:r>
          <a:endParaRPr lang="en-US"/>
        </a:p>
      </dgm:t>
    </dgm:pt>
    <dgm:pt modelId="{57481917-FE3E-4134-AD5A-DE0C0A051190}" type="parTrans" cxnId="{BB58E133-F992-4391-9FA0-A5BD4C043DE3}">
      <dgm:prSet/>
      <dgm:spPr/>
      <dgm:t>
        <a:bodyPr/>
        <a:lstStyle/>
        <a:p>
          <a:endParaRPr lang="en-US"/>
        </a:p>
      </dgm:t>
    </dgm:pt>
    <dgm:pt modelId="{3FF20378-86E6-462B-ADC2-8E6A261DF99F}" type="sibTrans" cxnId="{BB58E133-F992-4391-9FA0-A5BD4C043DE3}">
      <dgm:prSet/>
      <dgm:spPr/>
      <dgm:t>
        <a:bodyPr/>
        <a:lstStyle/>
        <a:p>
          <a:endParaRPr lang="en-US"/>
        </a:p>
      </dgm:t>
    </dgm:pt>
    <dgm:pt modelId="{7F1C280A-2627-4807-8729-ECB6A4AA4ECD}" type="pres">
      <dgm:prSet presAssocID="{0664D3CC-E9E4-4294-9ADB-0ABE4050F1AF}" presName="root" presStyleCnt="0">
        <dgm:presLayoutVars>
          <dgm:dir/>
          <dgm:resizeHandles val="exact"/>
        </dgm:presLayoutVars>
      </dgm:prSet>
      <dgm:spPr/>
    </dgm:pt>
    <dgm:pt modelId="{B64C5125-9B75-45D5-BB5B-8C80F4B3CD1F}" type="pres">
      <dgm:prSet presAssocID="{0664D3CC-E9E4-4294-9ADB-0ABE4050F1AF}" presName="container" presStyleCnt="0">
        <dgm:presLayoutVars>
          <dgm:dir/>
          <dgm:resizeHandles val="exact"/>
        </dgm:presLayoutVars>
      </dgm:prSet>
      <dgm:spPr/>
    </dgm:pt>
    <dgm:pt modelId="{448B91FA-0154-4F14-AC56-870B5C6AA201}" type="pres">
      <dgm:prSet presAssocID="{EBEA24F0-9164-4EAE-8AC1-6DFF8F4C86AA}" presName="compNode" presStyleCnt="0"/>
      <dgm:spPr/>
    </dgm:pt>
    <dgm:pt modelId="{BAAB77CC-5B67-482A-A072-48303D9B3B5F}" type="pres">
      <dgm:prSet presAssocID="{EBEA24F0-9164-4EAE-8AC1-6DFF8F4C86AA}" presName="iconBgRect" presStyleLbl="bgShp" presStyleIdx="0" presStyleCnt="6"/>
      <dgm:spPr/>
    </dgm:pt>
    <dgm:pt modelId="{957D84FE-BCFF-40EB-B610-05D3A7F2A210}" type="pres">
      <dgm:prSet presAssocID="{EBEA24F0-9164-4EAE-8AC1-6DFF8F4C86A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A548C02D-AF52-4681-B6C7-728BF6643082}" type="pres">
      <dgm:prSet presAssocID="{EBEA24F0-9164-4EAE-8AC1-6DFF8F4C86AA}" presName="spaceRect" presStyleCnt="0"/>
      <dgm:spPr/>
    </dgm:pt>
    <dgm:pt modelId="{B5853F7B-E9F7-4496-9491-29F9D82D50CE}" type="pres">
      <dgm:prSet presAssocID="{EBEA24F0-9164-4EAE-8AC1-6DFF8F4C86AA}" presName="textRect" presStyleLbl="revTx" presStyleIdx="0" presStyleCnt="6">
        <dgm:presLayoutVars>
          <dgm:chMax val="1"/>
          <dgm:chPref val="1"/>
        </dgm:presLayoutVars>
      </dgm:prSet>
      <dgm:spPr/>
    </dgm:pt>
    <dgm:pt modelId="{6FCD1A0E-755C-44AA-8A56-E561C07AF0A4}" type="pres">
      <dgm:prSet presAssocID="{2C137911-C1E5-4F31-9BCD-B6A27B1E1E93}" presName="sibTrans" presStyleLbl="sibTrans2D1" presStyleIdx="0" presStyleCnt="0"/>
      <dgm:spPr/>
    </dgm:pt>
    <dgm:pt modelId="{5F56F7FE-35D3-4096-859B-4248D1A666A5}" type="pres">
      <dgm:prSet presAssocID="{7D961E63-2878-4611-9AF2-0C2198D33F52}" presName="compNode" presStyleCnt="0"/>
      <dgm:spPr/>
    </dgm:pt>
    <dgm:pt modelId="{F764A128-C16B-4840-A698-D54FC0A94207}" type="pres">
      <dgm:prSet presAssocID="{7D961E63-2878-4611-9AF2-0C2198D33F52}" presName="iconBgRect" presStyleLbl="bgShp" presStyleIdx="1" presStyleCnt="6"/>
      <dgm:spPr/>
    </dgm:pt>
    <dgm:pt modelId="{666B615F-3358-461F-8390-75180F2CA8B2}" type="pres">
      <dgm:prSet presAssocID="{7D961E63-2878-4611-9AF2-0C2198D33F5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D5FF734-B41D-49D7-8153-E689AD0CA19C}" type="pres">
      <dgm:prSet presAssocID="{7D961E63-2878-4611-9AF2-0C2198D33F52}" presName="spaceRect" presStyleCnt="0"/>
      <dgm:spPr/>
    </dgm:pt>
    <dgm:pt modelId="{A4EB099F-1A50-4E78-B228-9B5398D37CDA}" type="pres">
      <dgm:prSet presAssocID="{7D961E63-2878-4611-9AF2-0C2198D33F52}" presName="textRect" presStyleLbl="revTx" presStyleIdx="1" presStyleCnt="6">
        <dgm:presLayoutVars>
          <dgm:chMax val="1"/>
          <dgm:chPref val="1"/>
        </dgm:presLayoutVars>
      </dgm:prSet>
      <dgm:spPr/>
    </dgm:pt>
    <dgm:pt modelId="{13BCF810-A230-49AE-99DF-F2E5F42A5EDA}" type="pres">
      <dgm:prSet presAssocID="{D8E28278-2880-45F1-9FC8-A0310833A6BE}" presName="sibTrans" presStyleLbl="sibTrans2D1" presStyleIdx="0" presStyleCnt="0"/>
      <dgm:spPr/>
    </dgm:pt>
    <dgm:pt modelId="{4CFDA2C1-EB69-4385-A335-B35BE93CF9BD}" type="pres">
      <dgm:prSet presAssocID="{A4057A8E-9972-4DF6-8D06-D49402D16C5C}" presName="compNode" presStyleCnt="0"/>
      <dgm:spPr/>
    </dgm:pt>
    <dgm:pt modelId="{B5A8A68C-8EA3-485F-837B-124656E1707A}" type="pres">
      <dgm:prSet presAssocID="{A4057A8E-9972-4DF6-8D06-D49402D16C5C}" presName="iconBgRect" presStyleLbl="bgShp" presStyleIdx="2" presStyleCnt="6"/>
      <dgm:spPr/>
    </dgm:pt>
    <dgm:pt modelId="{72CE9930-3BFD-4029-A282-0E894DF42DB5}" type="pres">
      <dgm:prSet presAssocID="{A4057A8E-9972-4DF6-8D06-D49402D16C5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AE3129C-9F8F-4E85-83D9-A159B560A9B6}" type="pres">
      <dgm:prSet presAssocID="{A4057A8E-9972-4DF6-8D06-D49402D16C5C}" presName="spaceRect" presStyleCnt="0"/>
      <dgm:spPr/>
    </dgm:pt>
    <dgm:pt modelId="{5D726F01-6500-416D-ACD4-7CE269E853BB}" type="pres">
      <dgm:prSet presAssocID="{A4057A8E-9972-4DF6-8D06-D49402D16C5C}" presName="textRect" presStyleLbl="revTx" presStyleIdx="2" presStyleCnt="6">
        <dgm:presLayoutVars>
          <dgm:chMax val="1"/>
          <dgm:chPref val="1"/>
        </dgm:presLayoutVars>
      </dgm:prSet>
      <dgm:spPr/>
    </dgm:pt>
    <dgm:pt modelId="{91F9FB86-AE46-4CAE-B842-6C3F236C401B}" type="pres">
      <dgm:prSet presAssocID="{819F3A6E-E964-431C-BEC9-D29E501C9709}" presName="sibTrans" presStyleLbl="sibTrans2D1" presStyleIdx="0" presStyleCnt="0"/>
      <dgm:spPr/>
    </dgm:pt>
    <dgm:pt modelId="{4605AB72-9047-4A60-A7C5-CDDCA80A6297}" type="pres">
      <dgm:prSet presAssocID="{E8012FFD-6B12-492B-9291-1625B06CBC42}" presName="compNode" presStyleCnt="0"/>
      <dgm:spPr/>
    </dgm:pt>
    <dgm:pt modelId="{0B6D4FB2-079C-41DB-8781-952F29D631EF}" type="pres">
      <dgm:prSet presAssocID="{E8012FFD-6B12-492B-9291-1625B06CBC42}" presName="iconBgRect" presStyleLbl="bgShp" presStyleIdx="3" presStyleCnt="6"/>
      <dgm:spPr/>
    </dgm:pt>
    <dgm:pt modelId="{3B1CE57B-907E-4929-A6DB-D4E3EE8335DA}" type="pres">
      <dgm:prSet presAssocID="{E8012FFD-6B12-492B-9291-1625B06CBC4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CCC2E6D1-92AB-4315-9B74-CA226A07596C}" type="pres">
      <dgm:prSet presAssocID="{E8012FFD-6B12-492B-9291-1625B06CBC42}" presName="spaceRect" presStyleCnt="0"/>
      <dgm:spPr/>
    </dgm:pt>
    <dgm:pt modelId="{D3D2D90C-B060-4CA7-9E66-DBBC9D6DDFA1}" type="pres">
      <dgm:prSet presAssocID="{E8012FFD-6B12-492B-9291-1625B06CBC42}" presName="textRect" presStyleLbl="revTx" presStyleIdx="3" presStyleCnt="6">
        <dgm:presLayoutVars>
          <dgm:chMax val="1"/>
          <dgm:chPref val="1"/>
        </dgm:presLayoutVars>
      </dgm:prSet>
      <dgm:spPr/>
    </dgm:pt>
    <dgm:pt modelId="{BB23264C-9279-4125-A346-847F3651CD0A}" type="pres">
      <dgm:prSet presAssocID="{73D092D1-D12D-448A-9297-257F886CFBD6}" presName="sibTrans" presStyleLbl="sibTrans2D1" presStyleIdx="0" presStyleCnt="0"/>
      <dgm:spPr/>
    </dgm:pt>
    <dgm:pt modelId="{3DA6E48C-5397-434E-9220-E0E86B6300C4}" type="pres">
      <dgm:prSet presAssocID="{BC987B43-6781-4BF5-8758-D6196155FA09}" presName="compNode" presStyleCnt="0"/>
      <dgm:spPr/>
    </dgm:pt>
    <dgm:pt modelId="{C07B2A16-94AB-41DA-9F0A-FF956666A8F5}" type="pres">
      <dgm:prSet presAssocID="{BC987B43-6781-4BF5-8758-D6196155FA09}" presName="iconBgRect" presStyleLbl="bgShp" presStyleIdx="4" presStyleCnt="6"/>
      <dgm:spPr/>
    </dgm:pt>
    <dgm:pt modelId="{52BFAA9C-E16F-4712-99B9-763F3714A9EC}" type="pres">
      <dgm:prSet presAssocID="{BC987B43-6781-4BF5-8758-D6196155FA0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DB9AE5C5-BF18-4A72-AE92-8985685B56FE}" type="pres">
      <dgm:prSet presAssocID="{BC987B43-6781-4BF5-8758-D6196155FA09}" presName="spaceRect" presStyleCnt="0"/>
      <dgm:spPr/>
    </dgm:pt>
    <dgm:pt modelId="{6169D311-F9F6-4304-AEE5-8A5CCE5F5A33}" type="pres">
      <dgm:prSet presAssocID="{BC987B43-6781-4BF5-8758-D6196155FA09}" presName="textRect" presStyleLbl="revTx" presStyleIdx="4" presStyleCnt="6">
        <dgm:presLayoutVars>
          <dgm:chMax val="1"/>
          <dgm:chPref val="1"/>
        </dgm:presLayoutVars>
      </dgm:prSet>
      <dgm:spPr/>
    </dgm:pt>
    <dgm:pt modelId="{050A06B0-91A7-485F-A817-3A030E3813BC}" type="pres">
      <dgm:prSet presAssocID="{EE3C25DB-DDD8-4B28-99A3-F543B96F7D64}" presName="sibTrans" presStyleLbl="sibTrans2D1" presStyleIdx="0" presStyleCnt="0"/>
      <dgm:spPr/>
    </dgm:pt>
    <dgm:pt modelId="{71542F82-4C4A-4782-BE2D-CC4B257BBBCC}" type="pres">
      <dgm:prSet presAssocID="{3D0CB383-31C8-45B7-9BB4-FAAE986F4499}" presName="compNode" presStyleCnt="0"/>
      <dgm:spPr/>
    </dgm:pt>
    <dgm:pt modelId="{4DA179E8-355F-49CC-890E-9C79272F6DA2}" type="pres">
      <dgm:prSet presAssocID="{3D0CB383-31C8-45B7-9BB4-FAAE986F4499}" presName="iconBgRect" presStyleLbl="bgShp" presStyleIdx="5" presStyleCnt="6"/>
      <dgm:spPr/>
    </dgm:pt>
    <dgm:pt modelId="{D3FB037C-EB30-48BB-BA13-CC5BAD218349}" type="pres">
      <dgm:prSet presAssocID="{3D0CB383-31C8-45B7-9BB4-FAAE986F449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2826445-66BB-4651-83D7-34C9B89C0A55}" type="pres">
      <dgm:prSet presAssocID="{3D0CB383-31C8-45B7-9BB4-FAAE986F4499}" presName="spaceRect" presStyleCnt="0"/>
      <dgm:spPr/>
    </dgm:pt>
    <dgm:pt modelId="{6A897C73-1745-4DB6-9615-42583C3DD519}" type="pres">
      <dgm:prSet presAssocID="{3D0CB383-31C8-45B7-9BB4-FAAE986F449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E47A80A-F3EB-4410-A9FF-F4DAD67551EC}" type="presOf" srcId="{D8E28278-2880-45F1-9FC8-A0310833A6BE}" destId="{13BCF810-A230-49AE-99DF-F2E5F42A5EDA}" srcOrd="0" destOrd="0" presId="urn:microsoft.com/office/officeart/2018/2/layout/IconCircleList"/>
    <dgm:cxn modelId="{7667DA0B-3EA9-48F4-BA94-447916476FC3}" srcId="{0664D3CC-E9E4-4294-9ADB-0ABE4050F1AF}" destId="{A4057A8E-9972-4DF6-8D06-D49402D16C5C}" srcOrd="2" destOrd="0" parTransId="{8692F902-6F6E-4D82-86FE-A1D93C5543F2}" sibTransId="{819F3A6E-E964-431C-BEC9-D29E501C9709}"/>
    <dgm:cxn modelId="{FFA3E50F-2F36-4A43-8594-84DD10F5F128}" srcId="{0664D3CC-E9E4-4294-9ADB-0ABE4050F1AF}" destId="{BC987B43-6781-4BF5-8758-D6196155FA09}" srcOrd="4" destOrd="0" parTransId="{50CC9A01-6848-44E9-8F0F-2EC33A5F7EB7}" sibTransId="{EE3C25DB-DDD8-4B28-99A3-F543B96F7D64}"/>
    <dgm:cxn modelId="{128EAF17-0119-46E1-B1FD-DDF2EC4F5F01}" srcId="{0664D3CC-E9E4-4294-9ADB-0ABE4050F1AF}" destId="{EBEA24F0-9164-4EAE-8AC1-6DFF8F4C86AA}" srcOrd="0" destOrd="0" parTransId="{C5E8E121-C719-450F-BD8F-2A3EA2173D0E}" sibTransId="{2C137911-C1E5-4F31-9BCD-B6A27B1E1E93}"/>
    <dgm:cxn modelId="{C5BB801A-BDC7-49C7-8318-E88D61DB269B}" srcId="{0664D3CC-E9E4-4294-9ADB-0ABE4050F1AF}" destId="{7D961E63-2878-4611-9AF2-0C2198D33F52}" srcOrd="1" destOrd="0" parTransId="{6BC72667-E82F-4D97-BDDE-B7D833F01AA1}" sibTransId="{D8E28278-2880-45F1-9FC8-A0310833A6BE}"/>
    <dgm:cxn modelId="{6D1B0F1B-790F-4D1B-A959-22813669560A}" type="presOf" srcId="{819F3A6E-E964-431C-BEC9-D29E501C9709}" destId="{91F9FB86-AE46-4CAE-B842-6C3F236C401B}" srcOrd="0" destOrd="0" presId="urn:microsoft.com/office/officeart/2018/2/layout/IconCircleList"/>
    <dgm:cxn modelId="{BB58E133-F992-4391-9FA0-A5BD4C043DE3}" srcId="{0664D3CC-E9E4-4294-9ADB-0ABE4050F1AF}" destId="{3D0CB383-31C8-45B7-9BB4-FAAE986F4499}" srcOrd="5" destOrd="0" parTransId="{57481917-FE3E-4134-AD5A-DE0C0A051190}" sibTransId="{3FF20378-86E6-462B-ADC2-8E6A261DF99F}"/>
    <dgm:cxn modelId="{5B5BA93A-9863-4665-9AB7-366562ED55A3}" type="presOf" srcId="{EBEA24F0-9164-4EAE-8AC1-6DFF8F4C86AA}" destId="{B5853F7B-E9F7-4496-9491-29F9D82D50CE}" srcOrd="0" destOrd="0" presId="urn:microsoft.com/office/officeart/2018/2/layout/IconCircleList"/>
    <dgm:cxn modelId="{E152CD4D-00F1-40A1-9569-FF4F2421E333}" type="presOf" srcId="{2C137911-C1E5-4F31-9BCD-B6A27B1E1E93}" destId="{6FCD1A0E-755C-44AA-8A56-E561C07AF0A4}" srcOrd="0" destOrd="0" presId="urn:microsoft.com/office/officeart/2018/2/layout/IconCircleList"/>
    <dgm:cxn modelId="{4B35377C-1449-4DB4-B62E-10D51FED5E59}" type="presOf" srcId="{7D961E63-2878-4611-9AF2-0C2198D33F52}" destId="{A4EB099F-1A50-4E78-B228-9B5398D37CDA}" srcOrd="0" destOrd="0" presId="urn:microsoft.com/office/officeart/2018/2/layout/IconCircleList"/>
    <dgm:cxn modelId="{8770D280-528C-4088-9179-C9F53E7FFDE9}" srcId="{0664D3CC-E9E4-4294-9ADB-0ABE4050F1AF}" destId="{E8012FFD-6B12-492B-9291-1625B06CBC42}" srcOrd="3" destOrd="0" parTransId="{62A46AAB-C4BB-4F0B-B7FF-AF2D4BD707F8}" sibTransId="{73D092D1-D12D-448A-9297-257F886CFBD6}"/>
    <dgm:cxn modelId="{FBA81A87-96FD-4582-8ACF-EA59BD801AC0}" type="presOf" srcId="{0664D3CC-E9E4-4294-9ADB-0ABE4050F1AF}" destId="{7F1C280A-2627-4807-8729-ECB6A4AA4ECD}" srcOrd="0" destOrd="0" presId="urn:microsoft.com/office/officeart/2018/2/layout/IconCircleList"/>
    <dgm:cxn modelId="{54453BAA-8790-4CE6-8EFF-37984CC071B2}" type="presOf" srcId="{73D092D1-D12D-448A-9297-257F886CFBD6}" destId="{BB23264C-9279-4125-A346-847F3651CD0A}" srcOrd="0" destOrd="0" presId="urn:microsoft.com/office/officeart/2018/2/layout/IconCircleList"/>
    <dgm:cxn modelId="{E9267BAB-8297-4A6F-A0E1-CD94D7FC75AB}" type="presOf" srcId="{3D0CB383-31C8-45B7-9BB4-FAAE986F4499}" destId="{6A897C73-1745-4DB6-9615-42583C3DD519}" srcOrd="0" destOrd="0" presId="urn:microsoft.com/office/officeart/2018/2/layout/IconCircleList"/>
    <dgm:cxn modelId="{968AAAC1-01CB-42BD-B6FA-C793CC1E2277}" type="presOf" srcId="{BC987B43-6781-4BF5-8758-D6196155FA09}" destId="{6169D311-F9F6-4304-AEE5-8A5CCE5F5A33}" srcOrd="0" destOrd="0" presId="urn:microsoft.com/office/officeart/2018/2/layout/IconCircleList"/>
    <dgm:cxn modelId="{0E2F9FC8-15BD-425B-9DEF-8AAC50866A29}" type="presOf" srcId="{A4057A8E-9972-4DF6-8D06-D49402D16C5C}" destId="{5D726F01-6500-416D-ACD4-7CE269E853BB}" srcOrd="0" destOrd="0" presId="urn:microsoft.com/office/officeart/2018/2/layout/IconCircleList"/>
    <dgm:cxn modelId="{9533C8EF-1008-487F-8BB4-F571D1F1452D}" type="presOf" srcId="{EE3C25DB-DDD8-4B28-99A3-F543B96F7D64}" destId="{050A06B0-91A7-485F-A817-3A030E3813BC}" srcOrd="0" destOrd="0" presId="urn:microsoft.com/office/officeart/2018/2/layout/IconCircleList"/>
    <dgm:cxn modelId="{A58F60F6-450F-44A7-8600-FFDFF39922C1}" type="presOf" srcId="{E8012FFD-6B12-492B-9291-1625B06CBC42}" destId="{D3D2D90C-B060-4CA7-9E66-DBBC9D6DDFA1}" srcOrd="0" destOrd="0" presId="urn:microsoft.com/office/officeart/2018/2/layout/IconCircleList"/>
    <dgm:cxn modelId="{4F1599D1-DFAD-4495-A2AD-AC529621535C}" type="presParOf" srcId="{7F1C280A-2627-4807-8729-ECB6A4AA4ECD}" destId="{B64C5125-9B75-45D5-BB5B-8C80F4B3CD1F}" srcOrd="0" destOrd="0" presId="urn:microsoft.com/office/officeart/2018/2/layout/IconCircleList"/>
    <dgm:cxn modelId="{891C5495-655C-44C5-9C0D-E1AD818DE25E}" type="presParOf" srcId="{B64C5125-9B75-45D5-BB5B-8C80F4B3CD1F}" destId="{448B91FA-0154-4F14-AC56-870B5C6AA201}" srcOrd="0" destOrd="0" presId="urn:microsoft.com/office/officeart/2018/2/layout/IconCircleList"/>
    <dgm:cxn modelId="{E31578B3-E175-43AE-8BAE-21D349C7A4AF}" type="presParOf" srcId="{448B91FA-0154-4F14-AC56-870B5C6AA201}" destId="{BAAB77CC-5B67-482A-A072-48303D9B3B5F}" srcOrd="0" destOrd="0" presId="urn:microsoft.com/office/officeart/2018/2/layout/IconCircleList"/>
    <dgm:cxn modelId="{A6124713-6979-44FD-9C84-032938D6E3DA}" type="presParOf" srcId="{448B91FA-0154-4F14-AC56-870B5C6AA201}" destId="{957D84FE-BCFF-40EB-B610-05D3A7F2A210}" srcOrd="1" destOrd="0" presId="urn:microsoft.com/office/officeart/2018/2/layout/IconCircleList"/>
    <dgm:cxn modelId="{B951B9AB-12BB-426E-9E4F-B8528FACC517}" type="presParOf" srcId="{448B91FA-0154-4F14-AC56-870B5C6AA201}" destId="{A548C02D-AF52-4681-B6C7-728BF6643082}" srcOrd="2" destOrd="0" presId="urn:microsoft.com/office/officeart/2018/2/layout/IconCircleList"/>
    <dgm:cxn modelId="{06BE2A46-6BC9-441A-AF42-6B587482C434}" type="presParOf" srcId="{448B91FA-0154-4F14-AC56-870B5C6AA201}" destId="{B5853F7B-E9F7-4496-9491-29F9D82D50CE}" srcOrd="3" destOrd="0" presId="urn:microsoft.com/office/officeart/2018/2/layout/IconCircleList"/>
    <dgm:cxn modelId="{4F7CE0D1-4F78-4734-B6F4-BA66105FBDA8}" type="presParOf" srcId="{B64C5125-9B75-45D5-BB5B-8C80F4B3CD1F}" destId="{6FCD1A0E-755C-44AA-8A56-E561C07AF0A4}" srcOrd="1" destOrd="0" presId="urn:microsoft.com/office/officeart/2018/2/layout/IconCircleList"/>
    <dgm:cxn modelId="{9BDB1317-D985-4403-AC27-53D3C1301A5F}" type="presParOf" srcId="{B64C5125-9B75-45D5-BB5B-8C80F4B3CD1F}" destId="{5F56F7FE-35D3-4096-859B-4248D1A666A5}" srcOrd="2" destOrd="0" presId="urn:microsoft.com/office/officeart/2018/2/layout/IconCircleList"/>
    <dgm:cxn modelId="{7A6EB838-0965-4E54-AAAA-97292C12E8EA}" type="presParOf" srcId="{5F56F7FE-35D3-4096-859B-4248D1A666A5}" destId="{F764A128-C16B-4840-A698-D54FC0A94207}" srcOrd="0" destOrd="0" presId="urn:microsoft.com/office/officeart/2018/2/layout/IconCircleList"/>
    <dgm:cxn modelId="{14E9F453-0290-4D9F-95FD-F6816D37567B}" type="presParOf" srcId="{5F56F7FE-35D3-4096-859B-4248D1A666A5}" destId="{666B615F-3358-461F-8390-75180F2CA8B2}" srcOrd="1" destOrd="0" presId="urn:microsoft.com/office/officeart/2018/2/layout/IconCircleList"/>
    <dgm:cxn modelId="{8E83A54A-F929-463A-AA22-FB1F9D8041C1}" type="presParOf" srcId="{5F56F7FE-35D3-4096-859B-4248D1A666A5}" destId="{0D5FF734-B41D-49D7-8153-E689AD0CA19C}" srcOrd="2" destOrd="0" presId="urn:microsoft.com/office/officeart/2018/2/layout/IconCircleList"/>
    <dgm:cxn modelId="{63FD7792-B7AF-4A6F-8D81-7BC4196BFD1A}" type="presParOf" srcId="{5F56F7FE-35D3-4096-859B-4248D1A666A5}" destId="{A4EB099F-1A50-4E78-B228-9B5398D37CDA}" srcOrd="3" destOrd="0" presId="urn:microsoft.com/office/officeart/2018/2/layout/IconCircleList"/>
    <dgm:cxn modelId="{DB273EB2-BA5A-48DE-ADB4-021F8F90BFF5}" type="presParOf" srcId="{B64C5125-9B75-45D5-BB5B-8C80F4B3CD1F}" destId="{13BCF810-A230-49AE-99DF-F2E5F42A5EDA}" srcOrd="3" destOrd="0" presId="urn:microsoft.com/office/officeart/2018/2/layout/IconCircleList"/>
    <dgm:cxn modelId="{6D4298F2-A13C-465B-8F47-370A1B4A4F06}" type="presParOf" srcId="{B64C5125-9B75-45D5-BB5B-8C80F4B3CD1F}" destId="{4CFDA2C1-EB69-4385-A335-B35BE93CF9BD}" srcOrd="4" destOrd="0" presId="urn:microsoft.com/office/officeart/2018/2/layout/IconCircleList"/>
    <dgm:cxn modelId="{3155A2D6-A0E2-450D-B0F4-C41B516BACEF}" type="presParOf" srcId="{4CFDA2C1-EB69-4385-A335-B35BE93CF9BD}" destId="{B5A8A68C-8EA3-485F-837B-124656E1707A}" srcOrd="0" destOrd="0" presId="urn:microsoft.com/office/officeart/2018/2/layout/IconCircleList"/>
    <dgm:cxn modelId="{42A0EFB0-7359-4022-B16B-FFE6C0DB431D}" type="presParOf" srcId="{4CFDA2C1-EB69-4385-A335-B35BE93CF9BD}" destId="{72CE9930-3BFD-4029-A282-0E894DF42DB5}" srcOrd="1" destOrd="0" presId="urn:microsoft.com/office/officeart/2018/2/layout/IconCircleList"/>
    <dgm:cxn modelId="{0FECA7C2-F018-48D8-BF94-DF9774F5A885}" type="presParOf" srcId="{4CFDA2C1-EB69-4385-A335-B35BE93CF9BD}" destId="{5AE3129C-9F8F-4E85-83D9-A159B560A9B6}" srcOrd="2" destOrd="0" presId="urn:microsoft.com/office/officeart/2018/2/layout/IconCircleList"/>
    <dgm:cxn modelId="{21FDD96B-0673-4037-9079-56A4349BE00A}" type="presParOf" srcId="{4CFDA2C1-EB69-4385-A335-B35BE93CF9BD}" destId="{5D726F01-6500-416D-ACD4-7CE269E853BB}" srcOrd="3" destOrd="0" presId="urn:microsoft.com/office/officeart/2018/2/layout/IconCircleList"/>
    <dgm:cxn modelId="{3B91BC7A-9A53-4833-8427-F63E3C2D9FDE}" type="presParOf" srcId="{B64C5125-9B75-45D5-BB5B-8C80F4B3CD1F}" destId="{91F9FB86-AE46-4CAE-B842-6C3F236C401B}" srcOrd="5" destOrd="0" presId="urn:microsoft.com/office/officeart/2018/2/layout/IconCircleList"/>
    <dgm:cxn modelId="{1A1336DC-1616-485E-9BBF-8CF01113C547}" type="presParOf" srcId="{B64C5125-9B75-45D5-BB5B-8C80F4B3CD1F}" destId="{4605AB72-9047-4A60-A7C5-CDDCA80A6297}" srcOrd="6" destOrd="0" presId="urn:microsoft.com/office/officeart/2018/2/layout/IconCircleList"/>
    <dgm:cxn modelId="{9471D28A-8D09-4FFD-B19C-FEEFD0C1BE7F}" type="presParOf" srcId="{4605AB72-9047-4A60-A7C5-CDDCA80A6297}" destId="{0B6D4FB2-079C-41DB-8781-952F29D631EF}" srcOrd="0" destOrd="0" presId="urn:microsoft.com/office/officeart/2018/2/layout/IconCircleList"/>
    <dgm:cxn modelId="{4023BD4F-D74B-4EBD-9B0A-B175E658F703}" type="presParOf" srcId="{4605AB72-9047-4A60-A7C5-CDDCA80A6297}" destId="{3B1CE57B-907E-4929-A6DB-D4E3EE8335DA}" srcOrd="1" destOrd="0" presId="urn:microsoft.com/office/officeart/2018/2/layout/IconCircleList"/>
    <dgm:cxn modelId="{EB2A08C8-9780-45FF-BE08-B679BE348933}" type="presParOf" srcId="{4605AB72-9047-4A60-A7C5-CDDCA80A6297}" destId="{CCC2E6D1-92AB-4315-9B74-CA226A07596C}" srcOrd="2" destOrd="0" presId="urn:microsoft.com/office/officeart/2018/2/layout/IconCircleList"/>
    <dgm:cxn modelId="{31C66A4A-A179-44BA-8DC2-E6C0037F3383}" type="presParOf" srcId="{4605AB72-9047-4A60-A7C5-CDDCA80A6297}" destId="{D3D2D90C-B060-4CA7-9E66-DBBC9D6DDFA1}" srcOrd="3" destOrd="0" presId="urn:microsoft.com/office/officeart/2018/2/layout/IconCircleList"/>
    <dgm:cxn modelId="{ED3265EC-8CF4-472F-B7F8-6CF082965BAF}" type="presParOf" srcId="{B64C5125-9B75-45D5-BB5B-8C80F4B3CD1F}" destId="{BB23264C-9279-4125-A346-847F3651CD0A}" srcOrd="7" destOrd="0" presId="urn:microsoft.com/office/officeart/2018/2/layout/IconCircleList"/>
    <dgm:cxn modelId="{E766B612-4969-4426-82AB-00DB44FAA2E5}" type="presParOf" srcId="{B64C5125-9B75-45D5-BB5B-8C80F4B3CD1F}" destId="{3DA6E48C-5397-434E-9220-E0E86B6300C4}" srcOrd="8" destOrd="0" presId="urn:microsoft.com/office/officeart/2018/2/layout/IconCircleList"/>
    <dgm:cxn modelId="{95745D18-7223-4E33-9E8C-94E07A7CF319}" type="presParOf" srcId="{3DA6E48C-5397-434E-9220-E0E86B6300C4}" destId="{C07B2A16-94AB-41DA-9F0A-FF956666A8F5}" srcOrd="0" destOrd="0" presId="urn:microsoft.com/office/officeart/2018/2/layout/IconCircleList"/>
    <dgm:cxn modelId="{2135805B-DE3B-4230-B35C-5E7E3DA1C671}" type="presParOf" srcId="{3DA6E48C-5397-434E-9220-E0E86B6300C4}" destId="{52BFAA9C-E16F-4712-99B9-763F3714A9EC}" srcOrd="1" destOrd="0" presId="urn:microsoft.com/office/officeart/2018/2/layout/IconCircleList"/>
    <dgm:cxn modelId="{D1766D47-DAFE-4F11-ABD8-DDF686BB83BC}" type="presParOf" srcId="{3DA6E48C-5397-434E-9220-E0E86B6300C4}" destId="{DB9AE5C5-BF18-4A72-AE92-8985685B56FE}" srcOrd="2" destOrd="0" presId="urn:microsoft.com/office/officeart/2018/2/layout/IconCircleList"/>
    <dgm:cxn modelId="{F3F99288-0AD1-4A94-86CC-0E14DC500AAF}" type="presParOf" srcId="{3DA6E48C-5397-434E-9220-E0E86B6300C4}" destId="{6169D311-F9F6-4304-AEE5-8A5CCE5F5A33}" srcOrd="3" destOrd="0" presId="urn:microsoft.com/office/officeart/2018/2/layout/IconCircleList"/>
    <dgm:cxn modelId="{4832B315-F5B6-42FD-944F-E2D0B326BCA6}" type="presParOf" srcId="{B64C5125-9B75-45D5-BB5B-8C80F4B3CD1F}" destId="{050A06B0-91A7-485F-A817-3A030E3813BC}" srcOrd="9" destOrd="0" presId="urn:microsoft.com/office/officeart/2018/2/layout/IconCircleList"/>
    <dgm:cxn modelId="{5A2E446C-FEF6-4E31-931E-19008B2CEF5C}" type="presParOf" srcId="{B64C5125-9B75-45D5-BB5B-8C80F4B3CD1F}" destId="{71542F82-4C4A-4782-BE2D-CC4B257BBBCC}" srcOrd="10" destOrd="0" presId="urn:microsoft.com/office/officeart/2018/2/layout/IconCircleList"/>
    <dgm:cxn modelId="{A8912047-DA67-48EC-8715-8E1EA34E1B03}" type="presParOf" srcId="{71542F82-4C4A-4782-BE2D-CC4B257BBBCC}" destId="{4DA179E8-355F-49CC-890E-9C79272F6DA2}" srcOrd="0" destOrd="0" presId="urn:microsoft.com/office/officeart/2018/2/layout/IconCircleList"/>
    <dgm:cxn modelId="{9889A02E-6B48-453F-852C-12C0FEB03FB5}" type="presParOf" srcId="{71542F82-4C4A-4782-BE2D-CC4B257BBBCC}" destId="{D3FB037C-EB30-48BB-BA13-CC5BAD218349}" srcOrd="1" destOrd="0" presId="urn:microsoft.com/office/officeart/2018/2/layout/IconCircleList"/>
    <dgm:cxn modelId="{4CF1BA59-56AF-4193-AFDA-7E7E45A8C833}" type="presParOf" srcId="{71542F82-4C4A-4782-BE2D-CC4B257BBBCC}" destId="{62826445-66BB-4651-83D7-34C9B89C0A55}" srcOrd="2" destOrd="0" presId="urn:microsoft.com/office/officeart/2018/2/layout/IconCircleList"/>
    <dgm:cxn modelId="{2572A0E2-5D61-494F-BD0B-FE81910A825C}" type="presParOf" srcId="{71542F82-4C4A-4782-BE2D-CC4B257BBBCC}" destId="{6A897C73-1745-4DB6-9615-42583C3DD51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6A3632-83A2-47AD-B5B7-36DE3BB736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8C37A0-084F-4844-AFF1-B74DFE50346B}">
      <dgm:prSet/>
      <dgm:spPr/>
      <dgm:t>
        <a:bodyPr/>
        <a:lstStyle/>
        <a:p>
          <a:r>
            <a:rPr lang="en-US" b="1" i="0"/>
            <a:t>Expansion into Services</a:t>
          </a:r>
          <a:r>
            <a:rPr lang="en-US" b="0" i="0"/>
            <a:t>: Growing sectors like Apple TV+, iCloud, Apple Music, Apple Pay, and Fitness+.</a:t>
          </a:r>
          <a:endParaRPr lang="en-US"/>
        </a:p>
      </dgm:t>
    </dgm:pt>
    <dgm:pt modelId="{44B1EBBF-12E2-47AF-AFE7-D4A95F850ED5}" type="parTrans" cxnId="{7E4A0ADA-67AC-4362-98B0-3E4E72B50A00}">
      <dgm:prSet/>
      <dgm:spPr/>
      <dgm:t>
        <a:bodyPr/>
        <a:lstStyle/>
        <a:p>
          <a:endParaRPr lang="en-US"/>
        </a:p>
      </dgm:t>
    </dgm:pt>
    <dgm:pt modelId="{5F385563-3ED8-44EF-BE41-58724E8579D5}" type="sibTrans" cxnId="{7E4A0ADA-67AC-4362-98B0-3E4E72B50A00}">
      <dgm:prSet/>
      <dgm:spPr/>
      <dgm:t>
        <a:bodyPr/>
        <a:lstStyle/>
        <a:p>
          <a:endParaRPr lang="en-US"/>
        </a:p>
      </dgm:t>
    </dgm:pt>
    <dgm:pt modelId="{2F6E359B-DFB8-4644-82D0-1C147C67065E}">
      <dgm:prSet/>
      <dgm:spPr/>
      <dgm:t>
        <a:bodyPr/>
        <a:lstStyle/>
        <a:p>
          <a:r>
            <a:rPr lang="en-US" b="1" i="0"/>
            <a:t>AI Integration</a:t>
          </a:r>
          <a:r>
            <a:rPr lang="en-US" b="0" i="0"/>
            <a:t>: Upgrades to Siri.</a:t>
          </a:r>
          <a:endParaRPr lang="en-US"/>
        </a:p>
      </dgm:t>
    </dgm:pt>
    <dgm:pt modelId="{3CE4C310-D1B0-4F36-8D60-7111217F5879}" type="parTrans" cxnId="{08FC984A-761E-4A05-8EB3-F4A68B37A7F1}">
      <dgm:prSet/>
      <dgm:spPr/>
      <dgm:t>
        <a:bodyPr/>
        <a:lstStyle/>
        <a:p>
          <a:endParaRPr lang="en-US"/>
        </a:p>
      </dgm:t>
    </dgm:pt>
    <dgm:pt modelId="{7E671DC1-3DF4-4702-9C64-99C7507A8660}" type="sibTrans" cxnId="{08FC984A-761E-4A05-8EB3-F4A68B37A7F1}">
      <dgm:prSet/>
      <dgm:spPr/>
      <dgm:t>
        <a:bodyPr/>
        <a:lstStyle/>
        <a:p>
          <a:endParaRPr lang="en-US"/>
        </a:p>
      </dgm:t>
    </dgm:pt>
    <dgm:pt modelId="{86486135-BDD7-4CEB-A461-3FE78BE625A2}">
      <dgm:prSet/>
      <dgm:spPr/>
      <dgm:t>
        <a:bodyPr/>
        <a:lstStyle/>
        <a:p>
          <a:r>
            <a:rPr lang="en-US" b="1" i="0"/>
            <a:t>Healthcare Tech</a:t>
          </a:r>
          <a:endParaRPr lang="en-US"/>
        </a:p>
      </dgm:t>
    </dgm:pt>
    <dgm:pt modelId="{48F9F34D-1823-4C91-A68E-674B0C358649}" type="parTrans" cxnId="{11EDB3D4-6F9C-452B-8D25-1FA8A422BF5F}">
      <dgm:prSet/>
      <dgm:spPr/>
      <dgm:t>
        <a:bodyPr/>
        <a:lstStyle/>
        <a:p>
          <a:endParaRPr lang="en-US"/>
        </a:p>
      </dgm:t>
    </dgm:pt>
    <dgm:pt modelId="{B0B3EB9C-F31D-4EFD-858B-A6865A7B5AD8}" type="sibTrans" cxnId="{11EDB3D4-6F9C-452B-8D25-1FA8A422BF5F}">
      <dgm:prSet/>
      <dgm:spPr/>
      <dgm:t>
        <a:bodyPr/>
        <a:lstStyle/>
        <a:p>
          <a:endParaRPr lang="en-US"/>
        </a:p>
      </dgm:t>
    </dgm:pt>
    <dgm:pt modelId="{1D04FA42-A402-4A17-BB39-533FB7CF7AF9}">
      <dgm:prSet/>
      <dgm:spPr/>
      <dgm:t>
        <a:bodyPr/>
        <a:lstStyle/>
        <a:p>
          <a:r>
            <a:rPr lang="en-US" b="1" i="0"/>
            <a:t>Smart wearable technology: </a:t>
          </a:r>
          <a:r>
            <a:rPr lang="en-US" b="0" i="0"/>
            <a:t>Expanding product lines like Apple Watch, Vision Pro, and AirPod</a:t>
          </a:r>
          <a:endParaRPr lang="en-US"/>
        </a:p>
      </dgm:t>
    </dgm:pt>
    <dgm:pt modelId="{807E482C-4C2D-4C5D-A7EE-76700283DB93}" type="parTrans" cxnId="{3B372E3E-7826-4A69-80D2-B7817C34D819}">
      <dgm:prSet/>
      <dgm:spPr/>
      <dgm:t>
        <a:bodyPr/>
        <a:lstStyle/>
        <a:p>
          <a:endParaRPr lang="en-US"/>
        </a:p>
      </dgm:t>
    </dgm:pt>
    <dgm:pt modelId="{CDB21501-4789-4BD7-9CAE-399D23AF5B88}" type="sibTrans" cxnId="{3B372E3E-7826-4A69-80D2-B7817C34D819}">
      <dgm:prSet/>
      <dgm:spPr/>
      <dgm:t>
        <a:bodyPr/>
        <a:lstStyle/>
        <a:p>
          <a:endParaRPr lang="en-US"/>
        </a:p>
      </dgm:t>
    </dgm:pt>
    <dgm:pt modelId="{34EABA35-2D37-497D-B93A-B2A1049CCCE6}">
      <dgm:prSet/>
      <dgm:spPr/>
      <dgm:t>
        <a:bodyPr/>
        <a:lstStyle/>
        <a:p>
          <a:r>
            <a:rPr lang="en-US" b="1" i="0"/>
            <a:t>Expansive Distribution Network: </a:t>
          </a:r>
          <a:r>
            <a:rPr lang="en-US" b="0" i="0"/>
            <a:t>Continued retail expansion and strong partnerships with third-party sellers worldwide.</a:t>
          </a:r>
          <a:endParaRPr lang="en-US"/>
        </a:p>
      </dgm:t>
    </dgm:pt>
    <dgm:pt modelId="{0BA7A0F9-03A0-4226-B910-CFF436E54DF5}" type="parTrans" cxnId="{AD7A3716-C5AC-4092-8549-4710B26FBF21}">
      <dgm:prSet/>
      <dgm:spPr/>
      <dgm:t>
        <a:bodyPr/>
        <a:lstStyle/>
        <a:p>
          <a:endParaRPr lang="en-US"/>
        </a:p>
      </dgm:t>
    </dgm:pt>
    <dgm:pt modelId="{AA33FA3C-3464-410C-BFE4-24B1C1BB1CF5}" type="sibTrans" cxnId="{AD7A3716-C5AC-4092-8549-4710B26FBF21}">
      <dgm:prSet/>
      <dgm:spPr/>
      <dgm:t>
        <a:bodyPr/>
        <a:lstStyle/>
        <a:p>
          <a:endParaRPr lang="en-US"/>
        </a:p>
      </dgm:t>
    </dgm:pt>
    <dgm:pt modelId="{97FE423B-A199-458E-8A16-E890AE674FBF}" type="pres">
      <dgm:prSet presAssocID="{8C6A3632-83A2-47AD-B5B7-36DE3BB73625}" presName="linear" presStyleCnt="0">
        <dgm:presLayoutVars>
          <dgm:animLvl val="lvl"/>
          <dgm:resizeHandles val="exact"/>
        </dgm:presLayoutVars>
      </dgm:prSet>
      <dgm:spPr/>
    </dgm:pt>
    <dgm:pt modelId="{F0B21506-A929-4533-AF6E-AA14F5F78DAB}" type="pres">
      <dgm:prSet presAssocID="{A48C37A0-084F-4844-AFF1-B74DFE50346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603E315-1715-4EAF-819B-CC9A071439BC}" type="pres">
      <dgm:prSet presAssocID="{5F385563-3ED8-44EF-BE41-58724E8579D5}" presName="spacer" presStyleCnt="0"/>
      <dgm:spPr/>
    </dgm:pt>
    <dgm:pt modelId="{FF9DB88C-B5C0-4395-ACBF-B4FAF7FA17AD}" type="pres">
      <dgm:prSet presAssocID="{2F6E359B-DFB8-4644-82D0-1C147C67065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2E57A88-FD9A-44A6-943B-82AA709D4F95}" type="pres">
      <dgm:prSet presAssocID="{7E671DC1-3DF4-4702-9C64-99C7507A8660}" presName="spacer" presStyleCnt="0"/>
      <dgm:spPr/>
    </dgm:pt>
    <dgm:pt modelId="{61E299A5-6F83-4B90-B7E5-3605B803B384}" type="pres">
      <dgm:prSet presAssocID="{86486135-BDD7-4CEB-A461-3FE78BE625A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991FF16-79E0-4FC2-A8B1-9FDDCF37DB0C}" type="pres">
      <dgm:prSet presAssocID="{B0B3EB9C-F31D-4EFD-858B-A6865A7B5AD8}" presName="spacer" presStyleCnt="0"/>
      <dgm:spPr/>
    </dgm:pt>
    <dgm:pt modelId="{6E2379CD-F3BF-4EDB-B712-3C3765DF3DE2}" type="pres">
      <dgm:prSet presAssocID="{1D04FA42-A402-4A17-BB39-533FB7CF7AF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BA9092C-5AE8-426B-92EF-369E842BDB77}" type="pres">
      <dgm:prSet presAssocID="{CDB21501-4789-4BD7-9CAE-399D23AF5B88}" presName="spacer" presStyleCnt="0"/>
      <dgm:spPr/>
    </dgm:pt>
    <dgm:pt modelId="{5B234288-897B-4BEE-BEEB-1E7D5E1DB24C}" type="pres">
      <dgm:prSet presAssocID="{34EABA35-2D37-497D-B93A-B2A1049CCCE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D7A3716-C5AC-4092-8549-4710B26FBF21}" srcId="{8C6A3632-83A2-47AD-B5B7-36DE3BB73625}" destId="{34EABA35-2D37-497D-B93A-B2A1049CCCE6}" srcOrd="4" destOrd="0" parTransId="{0BA7A0F9-03A0-4226-B910-CFF436E54DF5}" sibTransId="{AA33FA3C-3464-410C-BFE4-24B1C1BB1CF5}"/>
    <dgm:cxn modelId="{3B372E3E-7826-4A69-80D2-B7817C34D819}" srcId="{8C6A3632-83A2-47AD-B5B7-36DE3BB73625}" destId="{1D04FA42-A402-4A17-BB39-533FB7CF7AF9}" srcOrd="3" destOrd="0" parTransId="{807E482C-4C2D-4C5D-A7EE-76700283DB93}" sibTransId="{CDB21501-4789-4BD7-9CAE-399D23AF5B88}"/>
    <dgm:cxn modelId="{08FC984A-761E-4A05-8EB3-F4A68B37A7F1}" srcId="{8C6A3632-83A2-47AD-B5B7-36DE3BB73625}" destId="{2F6E359B-DFB8-4644-82D0-1C147C67065E}" srcOrd="1" destOrd="0" parTransId="{3CE4C310-D1B0-4F36-8D60-7111217F5879}" sibTransId="{7E671DC1-3DF4-4702-9C64-99C7507A8660}"/>
    <dgm:cxn modelId="{22F61F6E-0DD6-4571-A5BE-51135ECB0F99}" type="presOf" srcId="{86486135-BDD7-4CEB-A461-3FE78BE625A2}" destId="{61E299A5-6F83-4B90-B7E5-3605B803B384}" srcOrd="0" destOrd="0" presId="urn:microsoft.com/office/officeart/2005/8/layout/vList2"/>
    <dgm:cxn modelId="{6B20E16E-0844-4DEB-AC09-83FBD60CFC03}" type="presOf" srcId="{8C6A3632-83A2-47AD-B5B7-36DE3BB73625}" destId="{97FE423B-A199-458E-8A16-E890AE674FBF}" srcOrd="0" destOrd="0" presId="urn:microsoft.com/office/officeart/2005/8/layout/vList2"/>
    <dgm:cxn modelId="{7FF3D76F-C899-4711-B455-6A48BF566DA3}" type="presOf" srcId="{A48C37A0-084F-4844-AFF1-B74DFE50346B}" destId="{F0B21506-A929-4533-AF6E-AA14F5F78DAB}" srcOrd="0" destOrd="0" presId="urn:microsoft.com/office/officeart/2005/8/layout/vList2"/>
    <dgm:cxn modelId="{E1C543C2-A0EF-4474-80A9-31FA0CF0A6F7}" type="presOf" srcId="{1D04FA42-A402-4A17-BB39-533FB7CF7AF9}" destId="{6E2379CD-F3BF-4EDB-B712-3C3765DF3DE2}" srcOrd="0" destOrd="0" presId="urn:microsoft.com/office/officeart/2005/8/layout/vList2"/>
    <dgm:cxn modelId="{3DCB0BC8-3825-4404-9FDF-E303571239AA}" type="presOf" srcId="{34EABA35-2D37-497D-B93A-B2A1049CCCE6}" destId="{5B234288-897B-4BEE-BEEB-1E7D5E1DB24C}" srcOrd="0" destOrd="0" presId="urn:microsoft.com/office/officeart/2005/8/layout/vList2"/>
    <dgm:cxn modelId="{11EDB3D4-6F9C-452B-8D25-1FA8A422BF5F}" srcId="{8C6A3632-83A2-47AD-B5B7-36DE3BB73625}" destId="{86486135-BDD7-4CEB-A461-3FE78BE625A2}" srcOrd="2" destOrd="0" parTransId="{48F9F34D-1823-4C91-A68E-674B0C358649}" sibTransId="{B0B3EB9C-F31D-4EFD-858B-A6865A7B5AD8}"/>
    <dgm:cxn modelId="{7E4A0ADA-67AC-4362-98B0-3E4E72B50A00}" srcId="{8C6A3632-83A2-47AD-B5B7-36DE3BB73625}" destId="{A48C37A0-084F-4844-AFF1-B74DFE50346B}" srcOrd="0" destOrd="0" parTransId="{44B1EBBF-12E2-47AF-AFE7-D4A95F850ED5}" sibTransId="{5F385563-3ED8-44EF-BE41-58724E8579D5}"/>
    <dgm:cxn modelId="{D475A7F5-4D1D-4504-839C-3ACE512B34C4}" type="presOf" srcId="{2F6E359B-DFB8-4644-82D0-1C147C67065E}" destId="{FF9DB88C-B5C0-4395-ACBF-B4FAF7FA17AD}" srcOrd="0" destOrd="0" presId="urn:microsoft.com/office/officeart/2005/8/layout/vList2"/>
    <dgm:cxn modelId="{9E0F6E5A-E4E9-4E03-852F-ECEA038A3A9A}" type="presParOf" srcId="{97FE423B-A199-458E-8A16-E890AE674FBF}" destId="{F0B21506-A929-4533-AF6E-AA14F5F78DAB}" srcOrd="0" destOrd="0" presId="urn:microsoft.com/office/officeart/2005/8/layout/vList2"/>
    <dgm:cxn modelId="{5C5F6907-F4CD-4E38-9294-AC85D62AB04F}" type="presParOf" srcId="{97FE423B-A199-458E-8A16-E890AE674FBF}" destId="{C603E315-1715-4EAF-819B-CC9A071439BC}" srcOrd="1" destOrd="0" presId="urn:microsoft.com/office/officeart/2005/8/layout/vList2"/>
    <dgm:cxn modelId="{59A58BA7-346D-4AEA-9B5F-E2815D357C7B}" type="presParOf" srcId="{97FE423B-A199-458E-8A16-E890AE674FBF}" destId="{FF9DB88C-B5C0-4395-ACBF-B4FAF7FA17AD}" srcOrd="2" destOrd="0" presId="urn:microsoft.com/office/officeart/2005/8/layout/vList2"/>
    <dgm:cxn modelId="{4D17E9DE-863F-4011-9F4F-F02A594616F1}" type="presParOf" srcId="{97FE423B-A199-458E-8A16-E890AE674FBF}" destId="{92E57A88-FD9A-44A6-943B-82AA709D4F95}" srcOrd="3" destOrd="0" presId="urn:microsoft.com/office/officeart/2005/8/layout/vList2"/>
    <dgm:cxn modelId="{557D2638-2BD9-49BB-8C49-82ADCA7658FD}" type="presParOf" srcId="{97FE423B-A199-458E-8A16-E890AE674FBF}" destId="{61E299A5-6F83-4B90-B7E5-3605B803B384}" srcOrd="4" destOrd="0" presId="urn:microsoft.com/office/officeart/2005/8/layout/vList2"/>
    <dgm:cxn modelId="{BBE9A13A-6C2B-467D-B6F6-4534E5DCC6B8}" type="presParOf" srcId="{97FE423B-A199-458E-8A16-E890AE674FBF}" destId="{2991FF16-79E0-4FC2-A8B1-9FDDCF37DB0C}" srcOrd="5" destOrd="0" presId="urn:microsoft.com/office/officeart/2005/8/layout/vList2"/>
    <dgm:cxn modelId="{DE44ACA7-B689-4399-BA9A-49D788F89359}" type="presParOf" srcId="{97FE423B-A199-458E-8A16-E890AE674FBF}" destId="{6E2379CD-F3BF-4EDB-B712-3C3765DF3DE2}" srcOrd="6" destOrd="0" presId="urn:microsoft.com/office/officeart/2005/8/layout/vList2"/>
    <dgm:cxn modelId="{49E26D0D-06BC-45F9-9A76-8BBEB4B31943}" type="presParOf" srcId="{97FE423B-A199-458E-8A16-E890AE674FBF}" destId="{5BA9092C-5AE8-426B-92EF-369E842BDB77}" srcOrd="7" destOrd="0" presId="urn:microsoft.com/office/officeart/2005/8/layout/vList2"/>
    <dgm:cxn modelId="{2F07009D-A045-4750-B36A-D1421BAC5916}" type="presParOf" srcId="{97FE423B-A199-458E-8A16-E890AE674FBF}" destId="{5B234288-897B-4BEE-BEEB-1E7D5E1DB24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6DAA59-1327-4F49-AAC0-43920A3DC68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F71EF9-C12D-4FF3-ACD2-F6994EEA89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Intense Competition</a:t>
          </a:r>
          <a:endParaRPr lang="en-US"/>
        </a:p>
      </dgm:t>
    </dgm:pt>
    <dgm:pt modelId="{9330A382-56AC-4ADD-996A-2D7F35C41FD0}" type="parTrans" cxnId="{9F6F7BE4-7299-440E-98A1-3335A91AEDAC}">
      <dgm:prSet/>
      <dgm:spPr/>
      <dgm:t>
        <a:bodyPr/>
        <a:lstStyle/>
        <a:p>
          <a:endParaRPr lang="en-US"/>
        </a:p>
      </dgm:t>
    </dgm:pt>
    <dgm:pt modelId="{13E2359E-71FF-49A2-AA3E-245B6629650F}" type="sibTrans" cxnId="{9F6F7BE4-7299-440E-98A1-3335A91AED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F1C7F01-FDE2-48EB-95D1-522B22F337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Economy: </a:t>
          </a:r>
          <a:r>
            <a:rPr lang="en-US" b="0" i="0"/>
            <a:t>Global downturns may reduce demand for luxury devices.</a:t>
          </a:r>
          <a:endParaRPr lang="en-US"/>
        </a:p>
      </dgm:t>
    </dgm:pt>
    <dgm:pt modelId="{9AE219D8-E0DE-402E-B7A9-279C57362461}" type="parTrans" cxnId="{3AA62AEA-EC39-44C1-9484-03535B6EB6B2}">
      <dgm:prSet/>
      <dgm:spPr/>
      <dgm:t>
        <a:bodyPr/>
        <a:lstStyle/>
        <a:p>
          <a:endParaRPr lang="en-US"/>
        </a:p>
      </dgm:t>
    </dgm:pt>
    <dgm:pt modelId="{6F24E363-FB52-4C18-89D0-50867467C139}" type="sibTrans" cxnId="{3AA62AEA-EC39-44C1-9484-03535B6EB6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0BA2D33-193C-4807-A4EF-E5AC45B28C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Security &amp; Privacy Concerns</a:t>
          </a:r>
          <a:r>
            <a:rPr lang="en-US" b="0" i="0"/>
            <a:t>: As data becomes more sensitive, Apple faces constant cybersecurity threats.</a:t>
          </a:r>
          <a:endParaRPr lang="en-US"/>
        </a:p>
      </dgm:t>
    </dgm:pt>
    <dgm:pt modelId="{1FA18F63-0586-4FB6-9B3B-F48D79259908}" type="parTrans" cxnId="{3C4F8799-6067-4BEC-BC66-7597EA9C7645}">
      <dgm:prSet/>
      <dgm:spPr/>
      <dgm:t>
        <a:bodyPr/>
        <a:lstStyle/>
        <a:p>
          <a:endParaRPr lang="en-US"/>
        </a:p>
      </dgm:t>
    </dgm:pt>
    <dgm:pt modelId="{B03D7597-8688-477A-AD6A-73508F431F11}" type="sibTrans" cxnId="{3C4F8799-6067-4BEC-BC66-7597EA9C76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8422A0-B6A8-4D95-871C-7F451403BC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Supply Chain Disruptions</a:t>
          </a:r>
          <a:endParaRPr lang="en-US"/>
        </a:p>
      </dgm:t>
    </dgm:pt>
    <dgm:pt modelId="{609EA318-CC98-4775-B360-829C61470714}" type="parTrans" cxnId="{76923061-F2EF-44FE-AB6A-E67A5A5CA7D5}">
      <dgm:prSet/>
      <dgm:spPr/>
      <dgm:t>
        <a:bodyPr/>
        <a:lstStyle/>
        <a:p>
          <a:endParaRPr lang="en-US"/>
        </a:p>
      </dgm:t>
    </dgm:pt>
    <dgm:pt modelId="{F9ADC68D-24EB-4B4F-A95A-D73C46BD4ABB}" type="sibTrans" cxnId="{76923061-F2EF-44FE-AB6A-E67A5A5CA7D5}">
      <dgm:prSet/>
      <dgm:spPr/>
      <dgm:t>
        <a:bodyPr/>
        <a:lstStyle/>
        <a:p>
          <a:endParaRPr lang="en-US"/>
        </a:p>
      </dgm:t>
    </dgm:pt>
    <dgm:pt modelId="{374A6BC9-FF4B-4990-8E07-2B47CB44C8C9}" type="pres">
      <dgm:prSet presAssocID="{B96DAA59-1327-4F49-AAC0-43920A3DC68A}" presName="root" presStyleCnt="0">
        <dgm:presLayoutVars>
          <dgm:dir/>
          <dgm:resizeHandles val="exact"/>
        </dgm:presLayoutVars>
      </dgm:prSet>
      <dgm:spPr/>
    </dgm:pt>
    <dgm:pt modelId="{E3A799A9-2F69-4956-9DC5-968E7B4615F8}" type="pres">
      <dgm:prSet presAssocID="{B96DAA59-1327-4F49-AAC0-43920A3DC68A}" presName="container" presStyleCnt="0">
        <dgm:presLayoutVars>
          <dgm:dir/>
          <dgm:resizeHandles val="exact"/>
        </dgm:presLayoutVars>
      </dgm:prSet>
      <dgm:spPr/>
    </dgm:pt>
    <dgm:pt modelId="{4E1FC2E1-C965-40A8-A5FF-2C18E9A21F14}" type="pres">
      <dgm:prSet presAssocID="{F6F71EF9-C12D-4FF3-ACD2-F6994EEA899B}" presName="compNode" presStyleCnt="0"/>
      <dgm:spPr/>
    </dgm:pt>
    <dgm:pt modelId="{C6BE15D6-E0CB-411A-BA7E-3A47E59EFCB2}" type="pres">
      <dgm:prSet presAssocID="{F6F71EF9-C12D-4FF3-ACD2-F6994EEA899B}" presName="iconBgRect" presStyleLbl="bgShp" presStyleIdx="0" presStyleCnt="4"/>
      <dgm:spPr/>
    </dgm:pt>
    <dgm:pt modelId="{9F7DFEAF-36EA-4247-8077-473D02DCEF7E}" type="pres">
      <dgm:prSet presAssocID="{F6F71EF9-C12D-4FF3-ACD2-F6994EEA89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E7F51D9-0188-49F3-8FA0-754A703FE87E}" type="pres">
      <dgm:prSet presAssocID="{F6F71EF9-C12D-4FF3-ACD2-F6994EEA899B}" presName="spaceRect" presStyleCnt="0"/>
      <dgm:spPr/>
    </dgm:pt>
    <dgm:pt modelId="{1C4CB461-DBAF-47A7-B856-CC8EB62EA5C8}" type="pres">
      <dgm:prSet presAssocID="{F6F71EF9-C12D-4FF3-ACD2-F6994EEA899B}" presName="textRect" presStyleLbl="revTx" presStyleIdx="0" presStyleCnt="4">
        <dgm:presLayoutVars>
          <dgm:chMax val="1"/>
          <dgm:chPref val="1"/>
        </dgm:presLayoutVars>
      </dgm:prSet>
      <dgm:spPr/>
    </dgm:pt>
    <dgm:pt modelId="{1936A7E4-393E-4ABB-BBAE-9B4A62B35A15}" type="pres">
      <dgm:prSet presAssocID="{13E2359E-71FF-49A2-AA3E-245B6629650F}" presName="sibTrans" presStyleLbl="sibTrans2D1" presStyleIdx="0" presStyleCnt="0"/>
      <dgm:spPr/>
    </dgm:pt>
    <dgm:pt modelId="{3AAB74C5-DD0E-4C48-995F-378DFFE9CDD2}" type="pres">
      <dgm:prSet presAssocID="{6F1C7F01-FDE2-48EB-95D1-522B22F3378C}" presName="compNode" presStyleCnt="0"/>
      <dgm:spPr/>
    </dgm:pt>
    <dgm:pt modelId="{105CCBC2-11A1-4446-A995-39388175E3E8}" type="pres">
      <dgm:prSet presAssocID="{6F1C7F01-FDE2-48EB-95D1-522B22F3378C}" presName="iconBgRect" presStyleLbl="bgShp" presStyleIdx="1" presStyleCnt="4"/>
      <dgm:spPr/>
    </dgm:pt>
    <dgm:pt modelId="{3DAEC969-5B9F-41B8-9C70-5D32E1A82AE1}" type="pres">
      <dgm:prSet presAssocID="{6F1C7F01-FDE2-48EB-95D1-522B22F337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AD37990-D2F5-4D32-8F05-9E3FB1B6734C}" type="pres">
      <dgm:prSet presAssocID="{6F1C7F01-FDE2-48EB-95D1-522B22F3378C}" presName="spaceRect" presStyleCnt="0"/>
      <dgm:spPr/>
    </dgm:pt>
    <dgm:pt modelId="{95AA5568-6C3C-4315-A84A-7578E18FAFD4}" type="pres">
      <dgm:prSet presAssocID="{6F1C7F01-FDE2-48EB-95D1-522B22F3378C}" presName="textRect" presStyleLbl="revTx" presStyleIdx="1" presStyleCnt="4">
        <dgm:presLayoutVars>
          <dgm:chMax val="1"/>
          <dgm:chPref val="1"/>
        </dgm:presLayoutVars>
      </dgm:prSet>
      <dgm:spPr/>
    </dgm:pt>
    <dgm:pt modelId="{DFD71B91-FE14-4F12-A9B5-CEBD068C5043}" type="pres">
      <dgm:prSet presAssocID="{6F24E363-FB52-4C18-89D0-50867467C139}" presName="sibTrans" presStyleLbl="sibTrans2D1" presStyleIdx="0" presStyleCnt="0"/>
      <dgm:spPr/>
    </dgm:pt>
    <dgm:pt modelId="{ADB4E400-017F-4F3C-871A-57D661CDC857}" type="pres">
      <dgm:prSet presAssocID="{E0BA2D33-193C-4807-A4EF-E5AC45B28C7F}" presName="compNode" presStyleCnt="0"/>
      <dgm:spPr/>
    </dgm:pt>
    <dgm:pt modelId="{277C914F-7EFC-4F61-8322-DBE771063188}" type="pres">
      <dgm:prSet presAssocID="{E0BA2D33-193C-4807-A4EF-E5AC45B28C7F}" presName="iconBgRect" presStyleLbl="bgShp" presStyleIdx="2" presStyleCnt="4"/>
      <dgm:spPr/>
    </dgm:pt>
    <dgm:pt modelId="{A57A190D-D39A-4217-8D2F-F0F8AD9D1AD5}" type="pres">
      <dgm:prSet presAssocID="{E0BA2D33-193C-4807-A4EF-E5AC45B28C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1672BC39-714A-4F7A-8D1D-C7269375E106}" type="pres">
      <dgm:prSet presAssocID="{E0BA2D33-193C-4807-A4EF-E5AC45B28C7F}" presName="spaceRect" presStyleCnt="0"/>
      <dgm:spPr/>
    </dgm:pt>
    <dgm:pt modelId="{7D23E971-8749-4405-B770-C0B601ECB113}" type="pres">
      <dgm:prSet presAssocID="{E0BA2D33-193C-4807-A4EF-E5AC45B28C7F}" presName="textRect" presStyleLbl="revTx" presStyleIdx="2" presStyleCnt="4">
        <dgm:presLayoutVars>
          <dgm:chMax val="1"/>
          <dgm:chPref val="1"/>
        </dgm:presLayoutVars>
      </dgm:prSet>
      <dgm:spPr/>
    </dgm:pt>
    <dgm:pt modelId="{2A674096-7290-4ECC-81F8-18FA8D24D597}" type="pres">
      <dgm:prSet presAssocID="{B03D7597-8688-477A-AD6A-73508F431F11}" presName="sibTrans" presStyleLbl="sibTrans2D1" presStyleIdx="0" presStyleCnt="0"/>
      <dgm:spPr/>
    </dgm:pt>
    <dgm:pt modelId="{3A85B8D3-9099-44F0-8DFB-6F486D1495A1}" type="pres">
      <dgm:prSet presAssocID="{828422A0-B6A8-4D95-871C-7F451403BC9B}" presName="compNode" presStyleCnt="0"/>
      <dgm:spPr/>
    </dgm:pt>
    <dgm:pt modelId="{E15ADC4D-186A-43C6-9ADF-31FE07ADDEA4}" type="pres">
      <dgm:prSet presAssocID="{828422A0-B6A8-4D95-871C-7F451403BC9B}" presName="iconBgRect" presStyleLbl="bgShp" presStyleIdx="3" presStyleCnt="4"/>
      <dgm:spPr/>
    </dgm:pt>
    <dgm:pt modelId="{150595D4-1A48-4D61-8F66-C14D4A5F0B8E}" type="pres">
      <dgm:prSet presAssocID="{828422A0-B6A8-4D95-871C-7F451403BC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22011BE7-543B-4A8D-A239-7F5204AC99CC}" type="pres">
      <dgm:prSet presAssocID="{828422A0-B6A8-4D95-871C-7F451403BC9B}" presName="spaceRect" presStyleCnt="0"/>
      <dgm:spPr/>
    </dgm:pt>
    <dgm:pt modelId="{256720A8-135C-49E6-AAEE-ED2C184303CE}" type="pres">
      <dgm:prSet presAssocID="{828422A0-B6A8-4D95-871C-7F451403BC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6923061-F2EF-44FE-AB6A-E67A5A5CA7D5}" srcId="{B96DAA59-1327-4F49-AAC0-43920A3DC68A}" destId="{828422A0-B6A8-4D95-871C-7F451403BC9B}" srcOrd="3" destOrd="0" parTransId="{609EA318-CC98-4775-B360-829C61470714}" sibTransId="{F9ADC68D-24EB-4B4F-A95A-D73C46BD4ABB}"/>
    <dgm:cxn modelId="{3B456455-52A5-422D-876F-AFDC24AB1628}" type="presOf" srcId="{F6F71EF9-C12D-4FF3-ACD2-F6994EEA899B}" destId="{1C4CB461-DBAF-47A7-B856-CC8EB62EA5C8}" srcOrd="0" destOrd="0" presId="urn:microsoft.com/office/officeart/2018/2/layout/IconCircleList"/>
    <dgm:cxn modelId="{EDA55985-390F-4250-8CC2-F3F03AEF9A40}" type="presOf" srcId="{6F24E363-FB52-4C18-89D0-50867467C139}" destId="{DFD71B91-FE14-4F12-A9B5-CEBD068C5043}" srcOrd="0" destOrd="0" presId="urn:microsoft.com/office/officeart/2018/2/layout/IconCircleList"/>
    <dgm:cxn modelId="{8F488F94-85AC-4A0B-86C4-32A0596D12AD}" type="presOf" srcId="{B03D7597-8688-477A-AD6A-73508F431F11}" destId="{2A674096-7290-4ECC-81F8-18FA8D24D597}" srcOrd="0" destOrd="0" presId="urn:microsoft.com/office/officeart/2018/2/layout/IconCircleList"/>
    <dgm:cxn modelId="{3C4F8799-6067-4BEC-BC66-7597EA9C7645}" srcId="{B96DAA59-1327-4F49-AAC0-43920A3DC68A}" destId="{E0BA2D33-193C-4807-A4EF-E5AC45B28C7F}" srcOrd="2" destOrd="0" parTransId="{1FA18F63-0586-4FB6-9B3B-F48D79259908}" sibTransId="{B03D7597-8688-477A-AD6A-73508F431F11}"/>
    <dgm:cxn modelId="{C69658A6-42E7-4C63-973C-8DCF1AFEE98F}" type="presOf" srcId="{B96DAA59-1327-4F49-AAC0-43920A3DC68A}" destId="{374A6BC9-FF4B-4990-8E07-2B47CB44C8C9}" srcOrd="0" destOrd="0" presId="urn:microsoft.com/office/officeart/2018/2/layout/IconCircleList"/>
    <dgm:cxn modelId="{BE503FAB-E9A6-445A-B606-5E3120E49101}" type="presOf" srcId="{828422A0-B6A8-4D95-871C-7F451403BC9B}" destId="{256720A8-135C-49E6-AAEE-ED2C184303CE}" srcOrd="0" destOrd="0" presId="urn:microsoft.com/office/officeart/2018/2/layout/IconCircleList"/>
    <dgm:cxn modelId="{1ED487AC-1C90-4152-8788-E2AE578C3D61}" type="presOf" srcId="{6F1C7F01-FDE2-48EB-95D1-522B22F3378C}" destId="{95AA5568-6C3C-4315-A84A-7578E18FAFD4}" srcOrd="0" destOrd="0" presId="urn:microsoft.com/office/officeart/2018/2/layout/IconCircleList"/>
    <dgm:cxn modelId="{CEAF95D0-5598-4C49-86B5-88E81CB1D74F}" type="presOf" srcId="{E0BA2D33-193C-4807-A4EF-E5AC45B28C7F}" destId="{7D23E971-8749-4405-B770-C0B601ECB113}" srcOrd="0" destOrd="0" presId="urn:microsoft.com/office/officeart/2018/2/layout/IconCircleList"/>
    <dgm:cxn modelId="{234370D6-AFF3-4679-A6F5-61031A4CEFC5}" type="presOf" srcId="{13E2359E-71FF-49A2-AA3E-245B6629650F}" destId="{1936A7E4-393E-4ABB-BBAE-9B4A62B35A15}" srcOrd="0" destOrd="0" presId="urn:microsoft.com/office/officeart/2018/2/layout/IconCircleList"/>
    <dgm:cxn modelId="{9F6F7BE4-7299-440E-98A1-3335A91AEDAC}" srcId="{B96DAA59-1327-4F49-AAC0-43920A3DC68A}" destId="{F6F71EF9-C12D-4FF3-ACD2-F6994EEA899B}" srcOrd="0" destOrd="0" parTransId="{9330A382-56AC-4ADD-996A-2D7F35C41FD0}" sibTransId="{13E2359E-71FF-49A2-AA3E-245B6629650F}"/>
    <dgm:cxn modelId="{3AA62AEA-EC39-44C1-9484-03535B6EB6B2}" srcId="{B96DAA59-1327-4F49-AAC0-43920A3DC68A}" destId="{6F1C7F01-FDE2-48EB-95D1-522B22F3378C}" srcOrd="1" destOrd="0" parTransId="{9AE219D8-E0DE-402E-B7A9-279C57362461}" sibTransId="{6F24E363-FB52-4C18-89D0-50867467C139}"/>
    <dgm:cxn modelId="{AC39C76B-FAE4-45EB-BBC8-FB9EDC8ECEF0}" type="presParOf" srcId="{374A6BC9-FF4B-4990-8E07-2B47CB44C8C9}" destId="{E3A799A9-2F69-4956-9DC5-968E7B4615F8}" srcOrd="0" destOrd="0" presId="urn:microsoft.com/office/officeart/2018/2/layout/IconCircleList"/>
    <dgm:cxn modelId="{C9A57528-659F-4DF9-8F79-BB06CE3B4272}" type="presParOf" srcId="{E3A799A9-2F69-4956-9DC5-968E7B4615F8}" destId="{4E1FC2E1-C965-40A8-A5FF-2C18E9A21F14}" srcOrd="0" destOrd="0" presId="urn:microsoft.com/office/officeart/2018/2/layout/IconCircleList"/>
    <dgm:cxn modelId="{46EC52A3-8868-44E0-BEE9-68AF618AA90B}" type="presParOf" srcId="{4E1FC2E1-C965-40A8-A5FF-2C18E9A21F14}" destId="{C6BE15D6-E0CB-411A-BA7E-3A47E59EFCB2}" srcOrd="0" destOrd="0" presId="urn:microsoft.com/office/officeart/2018/2/layout/IconCircleList"/>
    <dgm:cxn modelId="{1D8CCE32-495C-4582-AE89-C0A36C347B02}" type="presParOf" srcId="{4E1FC2E1-C965-40A8-A5FF-2C18E9A21F14}" destId="{9F7DFEAF-36EA-4247-8077-473D02DCEF7E}" srcOrd="1" destOrd="0" presId="urn:microsoft.com/office/officeart/2018/2/layout/IconCircleList"/>
    <dgm:cxn modelId="{4D56ECD7-54F8-4E9B-819F-CCC3B36FB681}" type="presParOf" srcId="{4E1FC2E1-C965-40A8-A5FF-2C18E9A21F14}" destId="{BE7F51D9-0188-49F3-8FA0-754A703FE87E}" srcOrd="2" destOrd="0" presId="urn:microsoft.com/office/officeart/2018/2/layout/IconCircleList"/>
    <dgm:cxn modelId="{7703ADBA-4046-4779-9D51-77698A686FF2}" type="presParOf" srcId="{4E1FC2E1-C965-40A8-A5FF-2C18E9A21F14}" destId="{1C4CB461-DBAF-47A7-B856-CC8EB62EA5C8}" srcOrd="3" destOrd="0" presId="urn:microsoft.com/office/officeart/2018/2/layout/IconCircleList"/>
    <dgm:cxn modelId="{70FB527F-1DD6-4317-BFE8-C94EA2E9A5D4}" type="presParOf" srcId="{E3A799A9-2F69-4956-9DC5-968E7B4615F8}" destId="{1936A7E4-393E-4ABB-BBAE-9B4A62B35A15}" srcOrd="1" destOrd="0" presId="urn:microsoft.com/office/officeart/2018/2/layout/IconCircleList"/>
    <dgm:cxn modelId="{31CBA88B-848C-4A22-BB9E-7CAD1E84EEDC}" type="presParOf" srcId="{E3A799A9-2F69-4956-9DC5-968E7B4615F8}" destId="{3AAB74C5-DD0E-4C48-995F-378DFFE9CDD2}" srcOrd="2" destOrd="0" presId="urn:microsoft.com/office/officeart/2018/2/layout/IconCircleList"/>
    <dgm:cxn modelId="{29DFE8B9-7D54-4FF6-ADAD-25A61B546253}" type="presParOf" srcId="{3AAB74C5-DD0E-4C48-995F-378DFFE9CDD2}" destId="{105CCBC2-11A1-4446-A995-39388175E3E8}" srcOrd="0" destOrd="0" presId="urn:microsoft.com/office/officeart/2018/2/layout/IconCircleList"/>
    <dgm:cxn modelId="{95B8904E-DD5E-404D-B016-CFEE855408F2}" type="presParOf" srcId="{3AAB74C5-DD0E-4C48-995F-378DFFE9CDD2}" destId="{3DAEC969-5B9F-41B8-9C70-5D32E1A82AE1}" srcOrd="1" destOrd="0" presId="urn:microsoft.com/office/officeart/2018/2/layout/IconCircleList"/>
    <dgm:cxn modelId="{CCB6B388-19E1-415C-89A4-11DD19B540BA}" type="presParOf" srcId="{3AAB74C5-DD0E-4C48-995F-378DFFE9CDD2}" destId="{CAD37990-D2F5-4D32-8F05-9E3FB1B6734C}" srcOrd="2" destOrd="0" presId="urn:microsoft.com/office/officeart/2018/2/layout/IconCircleList"/>
    <dgm:cxn modelId="{F3F335C9-0346-4E1E-A29A-C5D64D4D248B}" type="presParOf" srcId="{3AAB74C5-DD0E-4C48-995F-378DFFE9CDD2}" destId="{95AA5568-6C3C-4315-A84A-7578E18FAFD4}" srcOrd="3" destOrd="0" presId="urn:microsoft.com/office/officeart/2018/2/layout/IconCircleList"/>
    <dgm:cxn modelId="{ADAA8CFF-29F9-442F-B04C-ED098A46AB64}" type="presParOf" srcId="{E3A799A9-2F69-4956-9DC5-968E7B4615F8}" destId="{DFD71B91-FE14-4F12-A9B5-CEBD068C5043}" srcOrd="3" destOrd="0" presId="urn:microsoft.com/office/officeart/2018/2/layout/IconCircleList"/>
    <dgm:cxn modelId="{B9D6D212-BF76-417C-A5F7-E8E1606CD8F1}" type="presParOf" srcId="{E3A799A9-2F69-4956-9DC5-968E7B4615F8}" destId="{ADB4E400-017F-4F3C-871A-57D661CDC857}" srcOrd="4" destOrd="0" presId="urn:microsoft.com/office/officeart/2018/2/layout/IconCircleList"/>
    <dgm:cxn modelId="{1B6826D1-BC4D-4A26-9590-10D9E8F50E25}" type="presParOf" srcId="{ADB4E400-017F-4F3C-871A-57D661CDC857}" destId="{277C914F-7EFC-4F61-8322-DBE771063188}" srcOrd="0" destOrd="0" presId="urn:microsoft.com/office/officeart/2018/2/layout/IconCircleList"/>
    <dgm:cxn modelId="{1FA1C000-C449-4174-8C7B-35152B8ADB14}" type="presParOf" srcId="{ADB4E400-017F-4F3C-871A-57D661CDC857}" destId="{A57A190D-D39A-4217-8D2F-F0F8AD9D1AD5}" srcOrd="1" destOrd="0" presId="urn:microsoft.com/office/officeart/2018/2/layout/IconCircleList"/>
    <dgm:cxn modelId="{FF1921E7-83E8-4590-AEFE-274DE839B4BA}" type="presParOf" srcId="{ADB4E400-017F-4F3C-871A-57D661CDC857}" destId="{1672BC39-714A-4F7A-8D1D-C7269375E106}" srcOrd="2" destOrd="0" presId="urn:microsoft.com/office/officeart/2018/2/layout/IconCircleList"/>
    <dgm:cxn modelId="{29F5AA07-4F28-48CB-9147-3742112F8444}" type="presParOf" srcId="{ADB4E400-017F-4F3C-871A-57D661CDC857}" destId="{7D23E971-8749-4405-B770-C0B601ECB113}" srcOrd="3" destOrd="0" presId="urn:microsoft.com/office/officeart/2018/2/layout/IconCircleList"/>
    <dgm:cxn modelId="{BA873992-FF46-4293-B3EB-7AD3178BB3A4}" type="presParOf" srcId="{E3A799A9-2F69-4956-9DC5-968E7B4615F8}" destId="{2A674096-7290-4ECC-81F8-18FA8D24D597}" srcOrd="5" destOrd="0" presId="urn:microsoft.com/office/officeart/2018/2/layout/IconCircleList"/>
    <dgm:cxn modelId="{A3EE8623-D828-4CA0-A7A0-C78B40670152}" type="presParOf" srcId="{E3A799A9-2F69-4956-9DC5-968E7B4615F8}" destId="{3A85B8D3-9099-44F0-8DFB-6F486D1495A1}" srcOrd="6" destOrd="0" presId="urn:microsoft.com/office/officeart/2018/2/layout/IconCircleList"/>
    <dgm:cxn modelId="{43B5C1B9-F42D-42C0-BBB3-F2BAC41B47C3}" type="presParOf" srcId="{3A85B8D3-9099-44F0-8DFB-6F486D1495A1}" destId="{E15ADC4D-186A-43C6-9ADF-31FE07ADDEA4}" srcOrd="0" destOrd="0" presId="urn:microsoft.com/office/officeart/2018/2/layout/IconCircleList"/>
    <dgm:cxn modelId="{B22EF836-AC50-4BE7-A3D7-B939C4DE5131}" type="presParOf" srcId="{3A85B8D3-9099-44F0-8DFB-6F486D1495A1}" destId="{150595D4-1A48-4D61-8F66-C14D4A5F0B8E}" srcOrd="1" destOrd="0" presId="urn:microsoft.com/office/officeart/2018/2/layout/IconCircleList"/>
    <dgm:cxn modelId="{99DBFBD1-F846-416D-B102-E0B632AE6E5D}" type="presParOf" srcId="{3A85B8D3-9099-44F0-8DFB-6F486D1495A1}" destId="{22011BE7-543B-4A8D-A239-7F5204AC99CC}" srcOrd="2" destOrd="0" presId="urn:microsoft.com/office/officeart/2018/2/layout/IconCircleList"/>
    <dgm:cxn modelId="{0D1146AD-846B-468A-BBD1-1245497C472C}" type="presParOf" srcId="{3A85B8D3-9099-44F0-8DFB-6F486D1495A1}" destId="{256720A8-135C-49E6-AAEE-ED2C184303C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AB77CC-5B67-482A-A072-48303D9B3B5F}">
      <dsp:nvSpPr>
        <dsp:cNvPr id="0" name=""/>
        <dsp:cNvSpPr/>
      </dsp:nvSpPr>
      <dsp:spPr>
        <a:xfrm>
          <a:off x="1067700" y="31941"/>
          <a:ext cx="901711" cy="9017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D84FE-BCFF-40EB-B610-05D3A7F2A210}">
      <dsp:nvSpPr>
        <dsp:cNvPr id="0" name=""/>
        <dsp:cNvSpPr/>
      </dsp:nvSpPr>
      <dsp:spPr>
        <a:xfrm>
          <a:off x="1257059" y="221301"/>
          <a:ext cx="522992" cy="522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53F7B-E9F7-4496-9491-29F9D82D50CE}">
      <dsp:nvSpPr>
        <dsp:cNvPr id="0" name=""/>
        <dsp:cNvSpPr/>
      </dsp:nvSpPr>
      <dsp:spPr>
        <a:xfrm>
          <a:off x="2162635" y="31941"/>
          <a:ext cx="2125462" cy="90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Price</a:t>
          </a:r>
          <a:endParaRPr lang="en-US" sz="1100" kern="1200"/>
        </a:p>
      </dsp:txBody>
      <dsp:txXfrm>
        <a:off x="2162635" y="31941"/>
        <a:ext cx="2125462" cy="901711"/>
      </dsp:txXfrm>
    </dsp:sp>
    <dsp:sp modelId="{F764A128-C16B-4840-A698-D54FC0A94207}">
      <dsp:nvSpPr>
        <dsp:cNvPr id="0" name=""/>
        <dsp:cNvSpPr/>
      </dsp:nvSpPr>
      <dsp:spPr>
        <a:xfrm>
          <a:off x="4658443" y="31941"/>
          <a:ext cx="901711" cy="9017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6B615F-3358-461F-8390-75180F2CA8B2}">
      <dsp:nvSpPr>
        <dsp:cNvPr id="0" name=""/>
        <dsp:cNvSpPr/>
      </dsp:nvSpPr>
      <dsp:spPr>
        <a:xfrm>
          <a:off x="4847802" y="221301"/>
          <a:ext cx="522992" cy="522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B099F-1A50-4E78-B228-9B5398D37CDA}">
      <dsp:nvSpPr>
        <dsp:cNvPr id="0" name=""/>
        <dsp:cNvSpPr/>
      </dsp:nvSpPr>
      <dsp:spPr>
        <a:xfrm>
          <a:off x="5753378" y="31941"/>
          <a:ext cx="2125462" cy="90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Closed Ecosystem</a:t>
          </a:r>
          <a:endParaRPr lang="en-US" sz="1100" kern="1200"/>
        </a:p>
      </dsp:txBody>
      <dsp:txXfrm>
        <a:off x="5753378" y="31941"/>
        <a:ext cx="2125462" cy="901711"/>
      </dsp:txXfrm>
    </dsp:sp>
    <dsp:sp modelId="{B5A8A68C-8EA3-485F-837B-124656E1707A}">
      <dsp:nvSpPr>
        <dsp:cNvPr id="0" name=""/>
        <dsp:cNvSpPr/>
      </dsp:nvSpPr>
      <dsp:spPr>
        <a:xfrm>
          <a:off x="1067700" y="1646884"/>
          <a:ext cx="901711" cy="9017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CE9930-3BFD-4029-A282-0E894DF42DB5}">
      <dsp:nvSpPr>
        <dsp:cNvPr id="0" name=""/>
        <dsp:cNvSpPr/>
      </dsp:nvSpPr>
      <dsp:spPr>
        <a:xfrm>
          <a:off x="1257059" y="1836244"/>
          <a:ext cx="522992" cy="522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26F01-6500-416D-ACD4-7CE269E853BB}">
      <dsp:nvSpPr>
        <dsp:cNvPr id="0" name=""/>
        <dsp:cNvSpPr/>
      </dsp:nvSpPr>
      <dsp:spPr>
        <a:xfrm>
          <a:off x="2162635" y="1646884"/>
          <a:ext cx="2125462" cy="90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Supply Chain</a:t>
          </a:r>
          <a:r>
            <a:rPr lang="en-US" sz="1100" kern="1200"/>
            <a:t>: Relies on manufacturing partners and suppliers from China.</a:t>
          </a:r>
        </a:p>
      </dsp:txBody>
      <dsp:txXfrm>
        <a:off x="2162635" y="1646884"/>
        <a:ext cx="2125462" cy="901711"/>
      </dsp:txXfrm>
    </dsp:sp>
    <dsp:sp modelId="{0B6D4FB2-079C-41DB-8781-952F29D631EF}">
      <dsp:nvSpPr>
        <dsp:cNvPr id="0" name=""/>
        <dsp:cNvSpPr/>
      </dsp:nvSpPr>
      <dsp:spPr>
        <a:xfrm>
          <a:off x="4658443" y="1646884"/>
          <a:ext cx="901711" cy="9017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CE57B-907E-4929-A6DB-D4E3EE8335DA}">
      <dsp:nvSpPr>
        <dsp:cNvPr id="0" name=""/>
        <dsp:cNvSpPr/>
      </dsp:nvSpPr>
      <dsp:spPr>
        <a:xfrm>
          <a:off x="4847802" y="1836244"/>
          <a:ext cx="522992" cy="5229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2D90C-B060-4CA7-9E66-DBBC9D6DDFA1}">
      <dsp:nvSpPr>
        <dsp:cNvPr id="0" name=""/>
        <dsp:cNvSpPr/>
      </dsp:nvSpPr>
      <dsp:spPr>
        <a:xfrm>
          <a:off x="5753378" y="1646884"/>
          <a:ext cx="2125462" cy="90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Allegations of Tracking: </a:t>
          </a:r>
          <a:r>
            <a:rPr lang="en-US" sz="1100" kern="1200"/>
            <a:t>Apple has faced criticism over data collection and app tracking transparency.</a:t>
          </a:r>
        </a:p>
      </dsp:txBody>
      <dsp:txXfrm>
        <a:off x="5753378" y="1646884"/>
        <a:ext cx="2125462" cy="901711"/>
      </dsp:txXfrm>
    </dsp:sp>
    <dsp:sp modelId="{C07B2A16-94AB-41DA-9F0A-FF956666A8F5}">
      <dsp:nvSpPr>
        <dsp:cNvPr id="0" name=""/>
        <dsp:cNvSpPr/>
      </dsp:nvSpPr>
      <dsp:spPr>
        <a:xfrm>
          <a:off x="1067700" y="3261827"/>
          <a:ext cx="901711" cy="9017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BFAA9C-E16F-4712-99B9-763F3714A9EC}">
      <dsp:nvSpPr>
        <dsp:cNvPr id="0" name=""/>
        <dsp:cNvSpPr/>
      </dsp:nvSpPr>
      <dsp:spPr>
        <a:xfrm>
          <a:off x="1257059" y="3451187"/>
          <a:ext cx="522992" cy="5229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9D311-F9F6-4304-AEE5-8A5CCE5F5A33}">
      <dsp:nvSpPr>
        <dsp:cNvPr id="0" name=""/>
        <dsp:cNvSpPr/>
      </dsp:nvSpPr>
      <dsp:spPr>
        <a:xfrm>
          <a:off x="2162635" y="3261827"/>
          <a:ext cx="2125462" cy="90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Limited Advertisements and Promotions:</a:t>
          </a:r>
          <a:r>
            <a:rPr lang="en-US" sz="1100" kern="1200"/>
            <a:t> Lower use of aggressive marketing or discounting strategies compared to competitors</a:t>
          </a:r>
        </a:p>
      </dsp:txBody>
      <dsp:txXfrm>
        <a:off x="2162635" y="3261827"/>
        <a:ext cx="2125462" cy="901711"/>
      </dsp:txXfrm>
    </dsp:sp>
    <dsp:sp modelId="{4DA179E8-355F-49CC-890E-9C79272F6DA2}">
      <dsp:nvSpPr>
        <dsp:cNvPr id="0" name=""/>
        <dsp:cNvSpPr/>
      </dsp:nvSpPr>
      <dsp:spPr>
        <a:xfrm>
          <a:off x="4658443" y="3261827"/>
          <a:ext cx="901711" cy="9017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B037C-EB30-48BB-BA13-CC5BAD218349}">
      <dsp:nvSpPr>
        <dsp:cNvPr id="0" name=""/>
        <dsp:cNvSpPr/>
      </dsp:nvSpPr>
      <dsp:spPr>
        <a:xfrm>
          <a:off x="4847802" y="3451187"/>
          <a:ext cx="522992" cy="5229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97C73-1745-4DB6-9615-42583C3DD519}">
      <dsp:nvSpPr>
        <dsp:cNvPr id="0" name=""/>
        <dsp:cNvSpPr/>
      </dsp:nvSpPr>
      <dsp:spPr>
        <a:xfrm>
          <a:off x="5753378" y="3261827"/>
          <a:ext cx="2125462" cy="901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Dependence on iPhone Sales</a:t>
          </a:r>
          <a:endParaRPr lang="en-US" sz="1100" kern="1200"/>
        </a:p>
      </dsp:txBody>
      <dsp:txXfrm>
        <a:off x="5753378" y="3261827"/>
        <a:ext cx="2125462" cy="901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21506-A929-4533-AF6E-AA14F5F78DAB}">
      <dsp:nvSpPr>
        <dsp:cNvPr id="0" name=""/>
        <dsp:cNvSpPr/>
      </dsp:nvSpPr>
      <dsp:spPr>
        <a:xfrm>
          <a:off x="0" y="98750"/>
          <a:ext cx="8946541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Expansion into Services</a:t>
          </a:r>
          <a:r>
            <a:rPr lang="en-US" sz="1900" b="0" i="0" kern="1200"/>
            <a:t>: Growing sectors like Apple TV+, iCloud, Apple Music, Apple Pay, and Fitness+.</a:t>
          </a:r>
          <a:endParaRPr lang="en-US" sz="1900" kern="1200"/>
        </a:p>
      </dsp:txBody>
      <dsp:txXfrm>
        <a:off x="36896" y="135646"/>
        <a:ext cx="8872749" cy="682028"/>
      </dsp:txXfrm>
    </dsp:sp>
    <dsp:sp modelId="{FF9DB88C-B5C0-4395-ACBF-B4FAF7FA17AD}">
      <dsp:nvSpPr>
        <dsp:cNvPr id="0" name=""/>
        <dsp:cNvSpPr/>
      </dsp:nvSpPr>
      <dsp:spPr>
        <a:xfrm>
          <a:off x="0" y="909290"/>
          <a:ext cx="8946541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AI Integration</a:t>
          </a:r>
          <a:r>
            <a:rPr lang="en-US" sz="1900" b="0" i="0" kern="1200"/>
            <a:t>: Upgrades to Siri.</a:t>
          </a:r>
          <a:endParaRPr lang="en-US" sz="1900" kern="1200"/>
        </a:p>
      </dsp:txBody>
      <dsp:txXfrm>
        <a:off x="36896" y="946186"/>
        <a:ext cx="8872749" cy="682028"/>
      </dsp:txXfrm>
    </dsp:sp>
    <dsp:sp modelId="{61E299A5-6F83-4B90-B7E5-3605B803B384}">
      <dsp:nvSpPr>
        <dsp:cNvPr id="0" name=""/>
        <dsp:cNvSpPr/>
      </dsp:nvSpPr>
      <dsp:spPr>
        <a:xfrm>
          <a:off x="0" y="1719830"/>
          <a:ext cx="8946541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Healthcare Tech</a:t>
          </a:r>
          <a:endParaRPr lang="en-US" sz="1900" kern="1200"/>
        </a:p>
      </dsp:txBody>
      <dsp:txXfrm>
        <a:off x="36896" y="1756726"/>
        <a:ext cx="8872749" cy="682028"/>
      </dsp:txXfrm>
    </dsp:sp>
    <dsp:sp modelId="{6E2379CD-F3BF-4EDB-B712-3C3765DF3DE2}">
      <dsp:nvSpPr>
        <dsp:cNvPr id="0" name=""/>
        <dsp:cNvSpPr/>
      </dsp:nvSpPr>
      <dsp:spPr>
        <a:xfrm>
          <a:off x="0" y="2530370"/>
          <a:ext cx="8946541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Smart wearable technology: </a:t>
          </a:r>
          <a:r>
            <a:rPr lang="en-US" sz="1900" b="0" i="0" kern="1200"/>
            <a:t>Expanding product lines like Apple Watch, Vision Pro, and AirPod</a:t>
          </a:r>
          <a:endParaRPr lang="en-US" sz="1900" kern="1200"/>
        </a:p>
      </dsp:txBody>
      <dsp:txXfrm>
        <a:off x="36896" y="2567266"/>
        <a:ext cx="8872749" cy="682028"/>
      </dsp:txXfrm>
    </dsp:sp>
    <dsp:sp modelId="{5B234288-897B-4BEE-BEEB-1E7D5E1DB24C}">
      <dsp:nvSpPr>
        <dsp:cNvPr id="0" name=""/>
        <dsp:cNvSpPr/>
      </dsp:nvSpPr>
      <dsp:spPr>
        <a:xfrm>
          <a:off x="0" y="3340910"/>
          <a:ext cx="8946541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Expansive Distribution Network: </a:t>
          </a:r>
          <a:r>
            <a:rPr lang="en-US" sz="1900" b="0" i="0" kern="1200"/>
            <a:t>Continued retail expansion and strong partnerships with third-party sellers worldwide.</a:t>
          </a:r>
          <a:endParaRPr lang="en-US" sz="1900" kern="1200"/>
        </a:p>
      </dsp:txBody>
      <dsp:txXfrm>
        <a:off x="36896" y="3377806"/>
        <a:ext cx="8872749" cy="6820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E15D6-E0CB-411A-BA7E-3A47E59EFCB2}">
      <dsp:nvSpPr>
        <dsp:cNvPr id="0" name=""/>
        <dsp:cNvSpPr/>
      </dsp:nvSpPr>
      <dsp:spPr>
        <a:xfrm>
          <a:off x="75066" y="1350796"/>
          <a:ext cx="827396" cy="827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DFEAF-36EA-4247-8077-473D02DCEF7E}">
      <dsp:nvSpPr>
        <dsp:cNvPr id="0" name=""/>
        <dsp:cNvSpPr/>
      </dsp:nvSpPr>
      <dsp:spPr>
        <a:xfrm>
          <a:off x="248819" y="1524549"/>
          <a:ext cx="479889" cy="4798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CB461-DBAF-47A7-B856-CC8EB62EA5C8}">
      <dsp:nvSpPr>
        <dsp:cNvPr id="0" name=""/>
        <dsp:cNvSpPr/>
      </dsp:nvSpPr>
      <dsp:spPr>
        <a:xfrm>
          <a:off x="1079761" y="1350796"/>
          <a:ext cx="1950291" cy="827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Intense Competition</a:t>
          </a:r>
          <a:endParaRPr lang="en-US" sz="1100" kern="1200"/>
        </a:p>
      </dsp:txBody>
      <dsp:txXfrm>
        <a:off x="1079761" y="1350796"/>
        <a:ext cx="1950291" cy="827396"/>
      </dsp:txXfrm>
    </dsp:sp>
    <dsp:sp modelId="{105CCBC2-11A1-4446-A995-39388175E3E8}">
      <dsp:nvSpPr>
        <dsp:cNvPr id="0" name=""/>
        <dsp:cNvSpPr/>
      </dsp:nvSpPr>
      <dsp:spPr>
        <a:xfrm>
          <a:off x="3369876" y="1350796"/>
          <a:ext cx="827396" cy="827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EC969-5B9F-41B8-9C70-5D32E1A82AE1}">
      <dsp:nvSpPr>
        <dsp:cNvPr id="0" name=""/>
        <dsp:cNvSpPr/>
      </dsp:nvSpPr>
      <dsp:spPr>
        <a:xfrm>
          <a:off x="3543629" y="1524549"/>
          <a:ext cx="479889" cy="4798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A5568-6C3C-4315-A84A-7578E18FAFD4}">
      <dsp:nvSpPr>
        <dsp:cNvPr id="0" name=""/>
        <dsp:cNvSpPr/>
      </dsp:nvSpPr>
      <dsp:spPr>
        <a:xfrm>
          <a:off x="4374572" y="1350796"/>
          <a:ext cx="1950291" cy="827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Economy: </a:t>
          </a:r>
          <a:r>
            <a:rPr lang="en-US" sz="1100" b="0" i="0" kern="1200"/>
            <a:t>Global downturns may reduce demand for luxury devices.</a:t>
          </a:r>
          <a:endParaRPr lang="en-US" sz="1100" kern="1200"/>
        </a:p>
      </dsp:txBody>
      <dsp:txXfrm>
        <a:off x="4374572" y="1350796"/>
        <a:ext cx="1950291" cy="827396"/>
      </dsp:txXfrm>
    </dsp:sp>
    <dsp:sp modelId="{277C914F-7EFC-4F61-8322-DBE771063188}">
      <dsp:nvSpPr>
        <dsp:cNvPr id="0" name=""/>
        <dsp:cNvSpPr/>
      </dsp:nvSpPr>
      <dsp:spPr>
        <a:xfrm>
          <a:off x="75066" y="3070464"/>
          <a:ext cx="827396" cy="827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A190D-D39A-4217-8D2F-F0F8AD9D1AD5}">
      <dsp:nvSpPr>
        <dsp:cNvPr id="0" name=""/>
        <dsp:cNvSpPr/>
      </dsp:nvSpPr>
      <dsp:spPr>
        <a:xfrm>
          <a:off x="248819" y="3244217"/>
          <a:ext cx="479889" cy="4798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3E971-8749-4405-B770-C0B601ECB113}">
      <dsp:nvSpPr>
        <dsp:cNvPr id="0" name=""/>
        <dsp:cNvSpPr/>
      </dsp:nvSpPr>
      <dsp:spPr>
        <a:xfrm>
          <a:off x="1079761" y="3070464"/>
          <a:ext cx="1950291" cy="827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Security &amp; Privacy Concerns</a:t>
          </a:r>
          <a:r>
            <a:rPr lang="en-US" sz="1100" b="0" i="0" kern="1200"/>
            <a:t>: As data becomes more sensitive, Apple faces constant cybersecurity threats.</a:t>
          </a:r>
          <a:endParaRPr lang="en-US" sz="1100" kern="1200"/>
        </a:p>
      </dsp:txBody>
      <dsp:txXfrm>
        <a:off x="1079761" y="3070464"/>
        <a:ext cx="1950291" cy="827396"/>
      </dsp:txXfrm>
    </dsp:sp>
    <dsp:sp modelId="{E15ADC4D-186A-43C6-9ADF-31FE07ADDEA4}">
      <dsp:nvSpPr>
        <dsp:cNvPr id="0" name=""/>
        <dsp:cNvSpPr/>
      </dsp:nvSpPr>
      <dsp:spPr>
        <a:xfrm>
          <a:off x="3369876" y="3070464"/>
          <a:ext cx="827396" cy="827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0595D4-1A48-4D61-8F66-C14D4A5F0B8E}">
      <dsp:nvSpPr>
        <dsp:cNvPr id="0" name=""/>
        <dsp:cNvSpPr/>
      </dsp:nvSpPr>
      <dsp:spPr>
        <a:xfrm>
          <a:off x="3543629" y="3244217"/>
          <a:ext cx="479889" cy="4798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720A8-135C-49E6-AAEE-ED2C184303CE}">
      <dsp:nvSpPr>
        <dsp:cNvPr id="0" name=""/>
        <dsp:cNvSpPr/>
      </dsp:nvSpPr>
      <dsp:spPr>
        <a:xfrm>
          <a:off x="4374572" y="3070464"/>
          <a:ext cx="1950291" cy="827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Supply Chain Disruptions</a:t>
          </a:r>
          <a:endParaRPr lang="en-US" sz="1100" kern="1200"/>
        </a:p>
      </dsp:txBody>
      <dsp:txXfrm>
        <a:off x="4374572" y="3070464"/>
        <a:ext cx="1950291" cy="827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8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3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9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92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7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0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3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1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11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9558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75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85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68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8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4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90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techboomers.com/apps-like-pandora" TargetMode="External"/><Relationship Id="rId13" Type="http://schemas.openxmlformats.org/officeDocument/2006/relationships/image" Target="../media/image34.png"/><Relationship Id="rId18" Type="http://schemas.openxmlformats.org/officeDocument/2006/relationships/image" Target="../media/image37.png"/><Relationship Id="rId3" Type="http://schemas.openxmlformats.org/officeDocument/2006/relationships/hyperlink" Target="https://www.iphonemod.net/apple-airpods-2-hey-siri-release-2018-rumors.html" TargetMode="External"/><Relationship Id="rId21" Type="http://schemas.openxmlformats.org/officeDocument/2006/relationships/hyperlink" Target="https://raymondtec.com/podcast/" TargetMode="External"/><Relationship Id="rId7" Type="http://schemas.openxmlformats.org/officeDocument/2006/relationships/image" Target="../media/image31.png"/><Relationship Id="rId12" Type="http://schemas.openxmlformats.org/officeDocument/2006/relationships/hyperlink" Target="https://www.flickr.com/photos/iphonedigital/26581773480" TargetMode="External"/><Relationship Id="rId17" Type="http://schemas.openxmlformats.org/officeDocument/2006/relationships/hyperlink" Target="https://gadgetsin.com/apple-new-imac-announced.htm" TargetMode="External"/><Relationship Id="rId25" Type="http://schemas.openxmlformats.org/officeDocument/2006/relationships/hyperlink" Target="https://gadgetsin.com/apple-homepod-mini-smart-speaker.htm" TargetMode="External"/><Relationship Id="rId2" Type="http://schemas.openxmlformats.org/officeDocument/2006/relationships/image" Target="../media/image28.jpeg"/><Relationship Id="rId16" Type="http://schemas.openxmlformats.org/officeDocument/2006/relationships/image" Target="../media/image36.jpe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venturesquare.net/590219" TargetMode="External"/><Relationship Id="rId11" Type="http://schemas.openxmlformats.org/officeDocument/2006/relationships/image" Target="../media/image33.jpeg"/><Relationship Id="rId24" Type="http://schemas.openxmlformats.org/officeDocument/2006/relationships/image" Target="../media/image40.jpeg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23" Type="http://schemas.openxmlformats.org/officeDocument/2006/relationships/hyperlink" Target="https://gadgetsin.com/apple-new-ipod-touch-with-a10-fusion-chip-released.htm" TargetMode="External"/><Relationship Id="rId10" Type="http://schemas.openxmlformats.org/officeDocument/2006/relationships/hyperlink" Target="https://it.rushmac.net/602" TargetMode="External"/><Relationship Id="rId19" Type="http://schemas.openxmlformats.org/officeDocument/2006/relationships/hyperlink" Target="https://geripal.org/2015/05/yes-there-is-a-medical-app-for-that.html" TargetMode="External"/><Relationship Id="rId4" Type="http://schemas.openxmlformats.org/officeDocument/2006/relationships/image" Target="../media/image29.jpeg"/><Relationship Id="rId9" Type="http://schemas.openxmlformats.org/officeDocument/2006/relationships/image" Target="../media/image32.png"/><Relationship Id="rId14" Type="http://schemas.openxmlformats.org/officeDocument/2006/relationships/hyperlink" Target="https://www.podfeet.com/blog/2020/12/fitness-for-the-win/" TargetMode="External"/><Relationship Id="rId22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loating green apple on green background">
            <a:extLst>
              <a:ext uri="{FF2B5EF4-FFF2-40B4-BE49-F238E27FC236}">
                <a16:creationId xmlns:a16="http://schemas.microsoft.com/office/drawing/2014/main" id="{76DE221B-2FE2-31D7-99CA-F087783CA2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12280" r="-2" b="2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Apple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Georgia </a:t>
            </a:r>
            <a:r>
              <a:rPr lang="en-US" err="1"/>
              <a:t>zavou</a:t>
            </a:r>
            <a:r>
              <a:rPr lang="en-US"/>
              <a:t> &amp; </a:t>
            </a:r>
            <a:r>
              <a:rPr lang="en-US" err="1"/>
              <a:t>ilaria</a:t>
            </a:r>
            <a:r>
              <a:rPr lang="en-US"/>
              <a:t> curzi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mple being pipetted into a petri dish">
            <a:extLst>
              <a:ext uri="{FF2B5EF4-FFF2-40B4-BE49-F238E27FC236}">
                <a16:creationId xmlns:a16="http://schemas.microsoft.com/office/drawing/2014/main" id="{B58E2395-D2F8-F4A1-E4CA-7D36C62E6F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18669" r="-2" b="608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6DB31-F284-3279-0669-25D108A0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609601"/>
            <a:ext cx="8676222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SWAT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91B0C-B4A5-E9CA-F230-80D0DCD1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CC364FE-7506-4890-92AC-38679CD43118}" type="datetime1">
              <a:rPr lang="en-US"/>
              <a:pPr>
                <a:spcAft>
                  <a:spcPts val="600"/>
                </a:spcAft>
              </a:pPr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0F0DF-2474-1DBC-6181-BC0FFABD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65686-F382-3D72-936F-462A887F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7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331318-145E-348F-2E6B-955B70E6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STRENGTHS</a:t>
            </a:r>
            <a:endParaRPr lang="en-US" b="0">
              <a:solidFill>
                <a:srgbClr val="EBEBEB"/>
              </a:solidFill>
            </a:endParaRPr>
          </a:p>
          <a:p>
            <a:endParaRPr lang="en-US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12BBC-E60B-8778-A281-5FBBDB89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FFFFFF"/>
                </a:solidFill>
                <a:latin typeface="Aptos Display"/>
              </a:rPr>
              <a:t>Strong Brand</a:t>
            </a:r>
            <a:endParaRPr lang="en-US">
              <a:solidFill>
                <a:srgbClr val="FFFFFF"/>
              </a:solidFill>
              <a:latin typeface="Aptos Display"/>
            </a:endParaRPr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FFFFFF"/>
                </a:solidFill>
                <a:latin typeface="Aptos Display"/>
              </a:rPr>
              <a:t>Design</a:t>
            </a:r>
            <a:endParaRPr lang="en-US">
              <a:solidFill>
                <a:srgbClr val="FFFFFF"/>
              </a:solidFill>
              <a:latin typeface="Aptos Display"/>
            </a:endParaRPr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FFFFFF"/>
                </a:solidFill>
                <a:latin typeface="Aptos Display"/>
              </a:rPr>
              <a:t>Top Technology and Innovation: </a:t>
            </a:r>
            <a:r>
              <a:rPr lang="en-US">
                <a:solidFill>
                  <a:srgbClr val="FFFFFF"/>
                </a:solidFill>
                <a:latin typeface="Aptos Display"/>
              </a:rPr>
              <a:t>Known for cutting-edge technology and continuous innovation.</a:t>
            </a:r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FFFFFF"/>
                </a:solidFill>
                <a:latin typeface="Aptos Display"/>
              </a:rPr>
              <a:t>Integrated Ecosystem</a:t>
            </a:r>
            <a:r>
              <a:rPr lang="en-US">
                <a:solidFill>
                  <a:srgbClr val="FFFFFF"/>
                </a:solidFill>
                <a:latin typeface="Aptos Display"/>
              </a:rPr>
              <a:t>: Easy integration across all Apple devices.</a:t>
            </a:r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FFFFFF"/>
                </a:solidFill>
                <a:latin typeface="Aptos Display"/>
              </a:rPr>
              <a:t>Customer Loyalty: </a:t>
            </a:r>
            <a:r>
              <a:rPr lang="en-US">
                <a:solidFill>
                  <a:srgbClr val="FFFFFF"/>
                </a:solidFill>
                <a:latin typeface="Aptos Display"/>
              </a:rPr>
              <a:t>High customer satisfaction and repeat purchases.</a:t>
            </a:r>
          </a:p>
          <a:p>
            <a:pPr>
              <a:lnSpc>
                <a:spcPct val="90000"/>
              </a:lnSpc>
            </a:pPr>
            <a:r>
              <a:rPr lang="en-US" b="1">
                <a:solidFill>
                  <a:srgbClr val="FFFFFF"/>
                </a:solidFill>
                <a:latin typeface="Aptos Display"/>
              </a:rPr>
              <a:t>Software &amp; Hardware Integration: </a:t>
            </a:r>
            <a:r>
              <a:rPr lang="en-US">
                <a:solidFill>
                  <a:srgbClr val="FFFFFF"/>
                </a:solidFill>
                <a:latin typeface="Aptos Display"/>
              </a:rPr>
              <a:t>Apple controls both hardware and software, resulting in optimized performance and user experience.</a:t>
            </a:r>
          </a:p>
          <a:p>
            <a:pPr>
              <a:lnSpc>
                <a:spcPct val="90000"/>
              </a:lnSpc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5788D-818A-B122-22A3-C32BF4A6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6917" y="6355080"/>
            <a:ext cx="1990201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9947209B-85E9-4467-8D02-56EC6DC5C5F9}" type="datetime1">
              <a:rPr lang="en-US">
                <a:solidFill>
                  <a:schemeClr val="tx1">
                    <a:alpha val="60000"/>
                  </a:schemeClr>
                </a:solidFill>
              </a:rPr>
              <a:pPr algn="r">
                <a:spcAft>
                  <a:spcPts val="600"/>
                </a:spcAft>
              </a:pPr>
              <a:t>4/3/2025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63844D9F-E30B-59D8-5E13-AD4A34719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448" r="9842" b="-2"/>
          <a:stretch/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BD1AF-B7F1-60CB-5E17-6B3A69FD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98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BFA6-806E-757E-7B26-15F6625D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WEAKNESSES </a:t>
            </a:r>
          </a:p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03FD9F-424F-1E49-D0AC-8FBC185BD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791843"/>
              </p:ext>
            </p:extLst>
          </p:nvPr>
        </p:nvGraphicFramePr>
        <p:xfrm>
          <a:off x="1103312" y="1335092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90CAEF3-7973-09E0-9B12-5BA07898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7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2675-7CE1-494D-FBE8-5039992F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OPPORTUNITIES </a:t>
            </a:r>
            <a:endParaRPr lang="en-US" b="0"/>
          </a:p>
          <a:p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0A21F1BF-46CA-B36C-E427-D902717567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A6698-4BB8-E50D-4E4F-D4EA2496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1031-FF95-4CEE-B557-F361C6C52185}" type="datetime1">
              <a:rPr lang="en-US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08C8C-46FC-C703-1943-11606119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5B34C-923A-6754-5057-D60CA701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3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51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94B-7385-8BA5-7B08-43238E73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110" y="6400005"/>
            <a:ext cx="3859795" cy="30480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>
                <a:solidFill>
                  <a:schemeClr val="accent1"/>
                </a:solidFill>
              </a:rPr>
              <a:t>
 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14CED-2C02-DC1E-47DD-C99B4741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THREADS</a:t>
            </a:r>
            <a:endParaRPr lang="en-US" b="0"/>
          </a:p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90DA1-E012-A011-4683-E5FF8726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4418" y="6400005"/>
            <a:ext cx="2194903" cy="304799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D8266746-F1FF-48AF-A496-B122954D6044}" type="datetime1">
              <a:rPr lang="en-US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4/3/2025</a:t>
            </a:fld>
            <a:endParaRPr lang="en-US">
              <a:solidFill>
                <a:schemeClr val="accent1"/>
              </a:solidFill>
            </a:endParaRPr>
          </a:p>
        </p:txBody>
      </p:sp>
      <p:graphicFrame>
        <p:nvGraphicFramePr>
          <p:cNvPr id="52" name="Content Placeholder 2">
            <a:extLst>
              <a:ext uri="{FF2B5EF4-FFF2-40B4-BE49-F238E27FC236}">
                <a16:creationId xmlns:a16="http://schemas.microsoft.com/office/drawing/2014/main" id="{60CA13D8-2221-DA03-C629-08927D7621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75861" y="804671"/>
          <a:ext cx="6399930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B2547-67BD-7539-44F0-B084C112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2612" y="6400005"/>
            <a:ext cx="633127" cy="301752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6E91CC32-6A6B-4E2E-BBA1-6864F305DA26}" type="slidenum">
              <a:rPr lang="en-US" sz="1100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247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Frecce 3D che formano un globo">
            <a:extLst>
              <a:ext uri="{FF2B5EF4-FFF2-40B4-BE49-F238E27FC236}">
                <a16:creationId xmlns:a16="http://schemas.microsoft.com/office/drawing/2014/main" id="{8038D2EC-CF14-8F14-F3F8-F2AE4187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8" r="48008" b="-1"/>
          <a:stretch/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7B366-CE1F-2D78-A3E8-E01EE19F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4CE55-9BB2-6C36-6EFF-C4A9B5DFC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950" y="796648"/>
            <a:ext cx="5019902" cy="54517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400">
                <a:latin typeface="Times New Roman"/>
                <a:cs typeface="Times New Roman"/>
              </a:rPr>
              <a:t>Growth - Share Matrix</a:t>
            </a:r>
            <a:endParaRPr lang="en-US" sz="4400">
              <a:latin typeface="Century Gothic" panose="020B0502020202020204"/>
              <a:cs typeface="Times New Roman"/>
            </a:endParaRPr>
          </a:p>
          <a:p>
            <a:pPr>
              <a:buClr>
                <a:srgbClr val="8AD0D6"/>
              </a:buClr>
              <a:buFont typeface="Wingdings 3"/>
              <a:buChar char=""/>
            </a:pPr>
            <a:r>
              <a:rPr lang="en-US">
                <a:ea typeface="+mj-lt"/>
                <a:cs typeface="+mj-lt"/>
              </a:rPr>
              <a:t>The Growth-Share Matrix is a tool used by businesses to analyze their products or services.</a:t>
            </a:r>
          </a:p>
          <a:p>
            <a:pPr>
              <a:buClr>
                <a:srgbClr val="8AD0D6"/>
              </a:buClr>
              <a:buFont typeface="Wingdings 3"/>
              <a:buChar char=""/>
            </a:pPr>
            <a:r>
              <a:rPr lang="en-US">
                <a:ea typeface="+mj-lt"/>
                <a:cs typeface="+mj-lt"/>
              </a:rPr>
              <a:t>It helps companies decide where to invest, which products to grow, and which ones to phase out.</a:t>
            </a:r>
            <a:endParaRPr lang="en-US"/>
          </a:p>
          <a:p>
            <a:pPr marL="0" indent="0">
              <a:buNone/>
            </a:pPr>
            <a:endParaRPr lang="en-US" sz="4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6430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DD6789BA-012A-004C-F7B5-4E3F5478F6D5}"/>
              </a:ext>
            </a:extLst>
          </p:cNvPr>
          <p:cNvSpPr/>
          <p:nvPr/>
        </p:nvSpPr>
        <p:spPr>
          <a:xfrm flipV="1">
            <a:off x="2250241" y="5949183"/>
            <a:ext cx="8276443" cy="649016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AB02958F-E8CD-D265-3A76-54D669545003}"/>
              </a:ext>
            </a:extLst>
          </p:cNvPr>
          <p:cNvSpPr/>
          <p:nvPr/>
        </p:nvSpPr>
        <p:spPr>
          <a:xfrm>
            <a:off x="1555820" y="514794"/>
            <a:ext cx="695997" cy="5432674"/>
          </a:xfrm>
          <a:prstGeom prst="up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MARKET</a:t>
            </a:r>
          </a:p>
          <a:p>
            <a:pPr algn="ctr"/>
            <a:endParaRPr lang="en-US"/>
          </a:p>
          <a:p>
            <a:pPr algn="ctr"/>
            <a:r>
              <a:rPr lang="en-US"/>
              <a:t> GROWTH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A78756-E1AE-E259-FFC9-603C8191A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93677" y="2100930"/>
            <a:ext cx="1729946" cy="987978"/>
          </a:xfrm>
          <a:prstGeom prst="rect">
            <a:avLst/>
          </a:prstGeom>
        </p:spPr>
      </p:pic>
      <p:pic>
        <p:nvPicPr>
          <p:cNvPr id="13" name="Picture 12" descr="Rose Gold Aluminum Case Apple Watch With White Sports Band · Free Stock ...">
            <a:extLst>
              <a:ext uri="{FF2B5EF4-FFF2-40B4-BE49-F238E27FC236}">
                <a16:creationId xmlns:a16="http://schemas.microsoft.com/office/drawing/2014/main" id="{94BEFE61-F8CA-B85C-ECF5-55DD27935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026" y="1092323"/>
            <a:ext cx="1688756" cy="11413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9302FD-3C67-9406-C527-B168DCF34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755028" y="2473554"/>
            <a:ext cx="1132704" cy="4898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88F3B5-6B7D-8E4A-8FE0-15C3849749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515865" y="1421027"/>
            <a:ext cx="1493108" cy="41189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416C09-CDE4-324F-F24B-34C058E27DC5}"/>
              </a:ext>
            </a:extLst>
          </p:cNvPr>
          <p:cNvCxnSpPr/>
          <p:nvPr/>
        </p:nvCxnSpPr>
        <p:spPr>
          <a:xfrm>
            <a:off x="6307158" y="731464"/>
            <a:ext cx="27602" cy="505124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493FF8A-7A40-0C46-4DB1-631A1FD47A86}"/>
              </a:ext>
            </a:extLst>
          </p:cNvPr>
          <p:cNvCxnSpPr/>
          <p:nvPr/>
        </p:nvCxnSpPr>
        <p:spPr>
          <a:xfrm>
            <a:off x="2346207" y="3353696"/>
            <a:ext cx="7756286" cy="4140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DCDDD72C-4F36-5150-073E-F84F13BA77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524651" y="950440"/>
            <a:ext cx="1443645" cy="17649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C00C0A-C5D9-E26C-9724-FA3447C179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2355508" y="2104511"/>
            <a:ext cx="2054312" cy="10940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7D1401C-29DC-B376-153F-2E6B45FDBB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2715369" y="951764"/>
            <a:ext cx="1084306" cy="110438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6523CD2-596D-0F0F-EBE6-39DFA1D499FB}"/>
              </a:ext>
            </a:extLst>
          </p:cNvPr>
          <p:cNvSpPr txBox="1"/>
          <p:nvPr/>
        </p:nvSpPr>
        <p:spPr>
          <a:xfrm>
            <a:off x="2606932" y="2152807"/>
            <a:ext cx="1084306" cy="60068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di PhotoAuthor è concessa in licenza secondo CCYYSA.</a:t>
            </a:r>
          </a:p>
        </p:txBody>
      </p:sp>
      <p:pic>
        <p:nvPicPr>
          <p:cNvPr id="32" name="Picture 31" descr="Iphone X Mockup · Free photo on Pixabay">
            <a:extLst>
              <a:ext uri="{FF2B5EF4-FFF2-40B4-BE49-F238E27FC236}">
                <a16:creationId xmlns:a16="http://schemas.microsoft.com/office/drawing/2014/main" id="{8C2E483B-78E7-33A9-9986-50730DF90F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7820" y="4019034"/>
            <a:ext cx="1136824" cy="96177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EB1AE0D-AD74-3C80-A544-E561387594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887730" y="3966260"/>
            <a:ext cx="2409567" cy="163366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DCE216A-2B24-7A04-1FE6-1DF57A19F87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837473B0-CC2E-450A-ABE3-18F120FF3D39}">
                <a1611:picAttrSrcUrl xmlns:a1611="http://schemas.microsoft.com/office/drawing/2016/11/main" r:id="rId19"/>
              </a:ext>
            </a:extLst>
          </a:blip>
          <a:srcRect l="-4277" t="2274" r="-1333" b="18535"/>
          <a:stretch/>
        </p:blipFill>
        <p:spPr>
          <a:xfrm>
            <a:off x="6745681" y="5160645"/>
            <a:ext cx="830272" cy="63074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D66ABE9-FDA8-427B-6482-A97728BC658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2289088" y="3967550"/>
            <a:ext cx="869092" cy="94117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96F2413-AB5C-A15F-F971-E3DBC68954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837473B0-CC2E-450A-ABE3-18F120FF3D39}">
                <a1611:picAttrSrcUrl xmlns:a1611="http://schemas.microsoft.com/office/drawing/2016/11/main" r:id="rId23"/>
              </a:ext>
            </a:extLst>
          </a:blip>
          <a:stretch>
            <a:fillRect/>
          </a:stretch>
        </p:blipFill>
        <p:spPr>
          <a:xfrm>
            <a:off x="4400035" y="4008738"/>
            <a:ext cx="1692876" cy="194001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FF8AF3F-A864-4174-C877-E3D97C2EDE1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837473B0-CC2E-450A-ABE3-18F120FF3D39}">
                <a1611:picAttrSrcUrl xmlns:a1611="http://schemas.microsoft.com/office/drawing/2016/11/main" r:id="rId25"/>
              </a:ext>
            </a:extLst>
          </a:blip>
          <a:stretch>
            <a:fillRect/>
          </a:stretch>
        </p:blipFill>
        <p:spPr>
          <a:xfrm>
            <a:off x="3164359" y="4945792"/>
            <a:ext cx="1033851" cy="95147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E7B3CC0-D119-DF57-FB5D-D022448F7896}"/>
              </a:ext>
            </a:extLst>
          </p:cNvPr>
          <p:cNvSpPr txBox="1"/>
          <p:nvPr/>
        </p:nvSpPr>
        <p:spPr>
          <a:xfrm>
            <a:off x="2710761" y="6072752"/>
            <a:ext cx="59004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                                      MARKET    SHARE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45A9C5-7C8F-751C-FD06-442241A7FA37}"/>
              </a:ext>
            </a:extLst>
          </p:cNvPr>
          <p:cNvSpPr txBox="1"/>
          <p:nvPr/>
        </p:nvSpPr>
        <p:spPr>
          <a:xfrm>
            <a:off x="2340485" y="441638"/>
            <a:ext cx="26978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QUESTIONS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7F1A9D-21D7-7009-5087-AA66C3919A77}"/>
              </a:ext>
            </a:extLst>
          </p:cNvPr>
          <p:cNvSpPr txBox="1"/>
          <p:nvPr/>
        </p:nvSpPr>
        <p:spPr>
          <a:xfrm>
            <a:off x="6583397" y="534314"/>
            <a:ext cx="34224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STARS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943124-F59B-5278-BE2D-22344782F188}"/>
              </a:ext>
            </a:extLst>
          </p:cNvPr>
          <p:cNvSpPr txBox="1"/>
          <p:nvPr/>
        </p:nvSpPr>
        <p:spPr>
          <a:xfrm>
            <a:off x="2456402" y="3381943"/>
            <a:ext cx="30778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DOGS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3582E7-739F-27A5-B5E0-46558F38AB61}"/>
              </a:ext>
            </a:extLst>
          </p:cNvPr>
          <p:cNvSpPr txBox="1"/>
          <p:nvPr/>
        </p:nvSpPr>
        <p:spPr>
          <a:xfrm>
            <a:off x="6579678" y="3406256"/>
            <a:ext cx="35263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CASH</a:t>
            </a:r>
            <a:r>
              <a:rPr lang="en-US" b="1"/>
              <a:t> </a:t>
            </a:r>
            <a:r>
              <a:rPr lang="en-US" sz="2400" b="1"/>
              <a:t>COWS</a:t>
            </a:r>
          </a:p>
        </p:txBody>
      </p:sp>
    </p:spTree>
    <p:extLst>
      <p:ext uri="{BB962C8B-B14F-4D97-AF65-F5344CB8AC3E}">
        <p14:creationId xmlns:p14="http://schemas.microsoft.com/office/powerpoint/2010/main" val="3908523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CC3D-AC76-7047-AD27-448F16255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80405"/>
            <a:ext cx="8946541" cy="56679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4800"/>
          </a:p>
          <a:p>
            <a:pPr marL="0" indent="0">
              <a:buNone/>
            </a:pPr>
            <a:endParaRPr lang="en-US" sz="4800"/>
          </a:p>
          <a:p>
            <a:pPr marL="0" indent="0">
              <a:buNone/>
            </a:pPr>
            <a:r>
              <a:rPr lang="en-US" sz="48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5427801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Ion</vt:lpstr>
      <vt:lpstr>Apple</vt:lpstr>
      <vt:lpstr>SWAT ANALYSIS</vt:lpstr>
      <vt:lpstr>STRENGTHS </vt:lpstr>
      <vt:lpstr>WEAKNESSES  </vt:lpstr>
      <vt:lpstr>OPPORTUNITIES  </vt:lpstr>
      <vt:lpstr>THREADS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2025-04-02T22:57:01Z</dcterms:created>
  <dcterms:modified xsi:type="dcterms:W3CDTF">2025-04-03T16:23:52Z</dcterms:modified>
</cp:coreProperties>
</file>