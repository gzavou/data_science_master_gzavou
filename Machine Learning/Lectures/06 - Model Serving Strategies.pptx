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8c18076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8c18076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58c180762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58c180762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en este punto igual es necesario dibujar en la pizarra qué es un servidor web y request http post, get, ….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58c180762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58c180762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58c180762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58c180762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5e9974283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5e9974283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5e9974283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5e9974283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demo: show the Google Collab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demo: show the Generating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58c180762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58c180762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e9974283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5e9974283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5e9974283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5e9974283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5e997428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5e997428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5e997428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5e997428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5e997428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5e997428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58c180762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58c180762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lask.palletsprojects.com/en/2.2.x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treamlit.io/" TargetMode="External"/><Relationship Id="rId4" Type="http://schemas.openxmlformats.org/officeDocument/2006/relationships/hyperlink" Target="https://docs.streamlit.io/" TargetMode="External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chef-transformer/chef-transformer/tree/main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jojo96/ASCIIGan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s://fastapi.tiangolo.co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 Serving Strategies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Web Application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200" y="1077700"/>
            <a:ext cx="644642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27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92929"/>
                </a:solidFill>
                <a:highlight>
                  <a:srgbClr val="FFFFFF"/>
                </a:highlight>
              </a:rPr>
              <a:t>Flask is a micro web framework written in Python. </a:t>
            </a:r>
            <a:endParaRPr sz="15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92929"/>
                </a:solidFill>
                <a:highlight>
                  <a:srgbClr val="FFFFFF"/>
                </a:highlight>
              </a:rPr>
              <a:t>This web app will be used to consume the created model. </a:t>
            </a:r>
            <a:endParaRPr sz="15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292929"/>
                </a:solidFill>
                <a:highlight>
                  <a:srgbClr val="FFFFFF"/>
                </a:highlight>
              </a:rPr>
              <a:t>For instance, a user can enter the feature values into the form and after submitting, the model will predict the outcome(churn or not).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492100" y="4079900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Docs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 101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install Flask: </a:t>
            </a:r>
            <a:r>
              <a:rPr i="1" lang="es"/>
              <a:t>pip install flask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create a </a:t>
            </a:r>
            <a:r>
              <a:rPr b="1" lang="es"/>
              <a:t>hello.py</a:t>
            </a:r>
            <a:r>
              <a:rPr lang="es"/>
              <a:t> file with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run the app in the server:  </a:t>
            </a:r>
            <a:r>
              <a:rPr i="1" lang="es"/>
              <a:t>flask --app hello run --port=5002</a:t>
            </a:r>
            <a:endParaRPr i="1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088" y="1926650"/>
            <a:ext cx="425767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Streamlit -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https://streamlit.io/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4244225"/>
            <a:ext cx="85206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Docs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0075" y="1237375"/>
            <a:ext cx="6459845" cy="292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Streamlit - </a:t>
            </a:r>
            <a:r>
              <a:rPr lang="es" u="sng">
                <a:solidFill>
                  <a:schemeClr val="hlink"/>
                </a:solidFill>
                <a:hlinkClick r:id="rId3"/>
              </a:rPr>
              <a:t>Chef Composer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Chef Transformer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850" y="1627898"/>
            <a:ext cx="6967251" cy="28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Streamlit - Pic2Ascii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Github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7837" y="1318400"/>
            <a:ext cx="5209175" cy="329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 REST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375" y="1338225"/>
            <a:ext cx="647700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 REST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550" y="1614475"/>
            <a:ext cx="6438900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 REST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7875" y="1524000"/>
            <a:ext cx="4848225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FAST API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 rotWithShape="1">
          <a:blip r:embed="rId3">
            <a:alphaModFix/>
          </a:blip>
          <a:srcRect b="0" l="0" r="0" t="18652"/>
          <a:stretch/>
        </p:blipFill>
        <p:spPr>
          <a:xfrm>
            <a:off x="1547500" y="1294300"/>
            <a:ext cx="6478700" cy="310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 txBox="1"/>
          <p:nvPr/>
        </p:nvSpPr>
        <p:spPr>
          <a:xfrm>
            <a:off x="773200" y="4555200"/>
            <a:ext cx="62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Docs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FAST API - Example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go to </a:t>
            </a:r>
            <a:r>
              <a:rPr b="1" lang="es"/>
              <a:t>fastapi-lab</a:t>
            </a:r>
            <a:r>
              <a:rPr lang="es"/>
              <a:t> in the course github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install </a:t>
            </a:r>
            <a:r>
              <a:rPr b="1" lang="es"/>
              <a:t>fastapi</a:t>
            </a:r>
            <a:r>
              <a:rPr lang="es"/>
              <a:t> and </a:t>
            </a:r>
            <a:r>
              <a:rPr b="1" lang="es"/>
              <a:t>uvicorn</a:t>
            </a:r>
            <a:r>
              <a:rPr lang="es"/>
              <a:t> packages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train the model executing </a:t>
            </a:r>
            <a:r>
              <a:rPr b="1" lang="es"/>
              <a:t>python model/train.py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run the API REST server with </a:t>
            </a:r>
            <a:r>
              <a:rPr b="1" lang="es"/>
              <a:t>uvicorn app:app --reload </a:t>
            </a:r>
            <a:r>
              <a:rPr lang="es"/>
              <a:t>under the project folder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review and test it in the Fast API docs: </a:t>
            </a:r>
            <a:r>
              <a:rPr b="1" lang="es"/>
              <a:t>http://127.0.0.1:8000/docs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FAST API - Docker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Review the Dockerfile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run </a:t>
            </a:r>
            <a:r>
              <a:rPr b="1" lang="es"/>
              <a:t>docker build -t fastapiml 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run </a:t>
            </a:r>
            <a:r>
              <a:rPr b="1" lang="es"/>
              <a:t>docker run -d --name heart-disease-serving -p 80:80 fastapiml</a:t>
            </a:r>
            <a:endParaRPr b="1"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475" y="2260398"/>
            <a:ext cx="6597474" cy="249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Batch inference</a:t>
            </a: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38" y="1060875"/>
            <a:ext cx="773992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